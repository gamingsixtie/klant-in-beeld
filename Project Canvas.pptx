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22-9-2016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22-9-2016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22-9-2016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22-9-2016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22-9-2016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22-9-2016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22-9-2016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22-9-2016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22-9-2016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22-9-2016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22-9-2016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BB94A-2688-42AD-80F9-F4DDFF863AB5}" type="datetimeFigureOut">
              <a:rPr lang="nl-NL" smtClean="0"/>
              <a:t>22-9-2016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A8B67-0BA5-41FA-A809-62E50503C4E4}" type="slidenum">
              <a:rPr lang="nl-NL" smtClean="0"/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roject Canvas.jpg"/>
          <p:cNvPicPr>
            <a:picLocks noChangeAspect="1"/>
          </p:cNvPicPr>
          <p:nvPr/>
        </p:nvPicPr>
        <p:blipFill rotWithShape="1">
          <a:blip r:embed="rId2" cstate="print"/>
          <a:srcRect l="4507" r="4567"/>
          <a:stretch/>
        </p:blipFill>
        <p:spPr>
          <a:xfrm>
            <a:off x="144016" y="0"/>
            <a:ext cx="8820472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5562" y="1259500"/>
            <a:ext cx="213820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2433794" y="1257743"/>
            <a:ext cx="21602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8" name="TextBox 7"/>
          <p:cNvSpPr txBox="1"/>
          <p:nvPr/>
        </p:nvSpPr>
        <p:spPr>
          <a:xfrm>
            <a:off x="6610258" y="1257743"/>
            <a:ext cx="21602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351468" y="3212976"/>
            <a:ext cx="21323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10" name="TextBox 9"/>
          <p:cNvSpPr txBox="1"/>
          <p:nvPr/>
        </p:nvSpPr>
        <p:spPr>
          <a:xfrm>
            <a:off x="2433794" y="2642818"/>
            <a:ext cx="13461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11" name="TextBox 10"/>
          <p:cNvSpPr txBox="1"/>
          <p:nvPr/>
        </p:nvSpPr>
        <p:spPr>
          <a:xfrm>
            <a:off x="4522026" y="5611274"/>
            <a:ext cx="213820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12" name="TextBox 11"/>
          <p:cNvSpPr txBox="1"/>
          <p:nvPr/>
        </p:nvSpPr>
        <p:spPr>
          <a:xfrm>
            <a:off x="6610258" y="3201959"/>
            <a:ext cx="21602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13" name="TextBox 12"/>
          <p:cNvSpPr txBox="1"/>
          <p:nvPr/>
        </p:nvSpPr>
        <p:spPr>
          <a:xfrm>
            <a:off x="345562" y="5035210"/>
            <a:ext cx="213820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14" name="TextBox 13"/>
          <p:cNvSpPr txBox="1"/>
          <p:nvPr/>
        </p:nvSpPr>
        <p:spPr>
          <a:xfrm>
            <a:off x="2422777" y="3816980"/>
            <a:ext cx="12961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15" name="TextBox 14"/>
          <p:cNvSpPr txBox="1"/>
          <p:nvPr/>
        </p:nvSpPr>
        <p:spPr>
          <a:xfrm>
            <a:off x="3710462" y="3307813"/>
            <a:ext cx="1725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>
                <a:solidFill>
                  <a:schemeClr val="bg1"/>
                </a:solidFill>
              </a:rPr>
              <a:t>Lorem ipsum dolor sit amet, consectetuer adipiscing elit. Aenean commodo ligula eget dolor. Aenean massa. Cum sociis natoque penatibus et magnis dis parturient montes…</a:t>
            </a:r>
            <a:endParaRPr lang="nl-NL" sz="9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86122" y="2633201"/>
            <a:ext cx="1274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17" name="TextBox 16"/>
          <p:cNvSpPr txBox="1"/>
          <p:nvPr/>
        </p:nvSpPr>
        <p:spPr>
          <a:xfrm>
            <a:off x="4522026" y="1237465"/>
            <a:ext cx="213820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18" name="TextBox 17"/>
          <p:cNvSpPr txBox="1"/>
          <p:nvPr/>
        </p:nvSpPr>
        <p:spPr>
          <a:xfrm>
            <a:off x="5381010" y="3861048"/>
            <a:ext cx="12792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19" name="TextBox 18"/>
          <p:cNvSpPr txBox="1"/>
          <p:nvPr/>
        </p:nvSpPr>
        <p:spPr>
          <a:xfrm>
            <a:off x="6610258" y="5091090"/>
            <a:ext cx="213820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20" name="TextBox 19"/>
          <p:cNvSpPr txBox="1"/>
          <p:nvPr/>
        </p:nvSpPr>
        <p:spPr>
          <a:xfrm>
            <a:off x="2433794" y="5628197"/>
            <a:ext cx="213820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7" b="6110"/>
          <a:stretch/>
        </p:blipFill>
        <p:spPr>
          <a:xfrm>
            <a:off x="0" y="9143"/>
            <a:ext cx="9144000" cy="690303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23528" y="1362803"/>
            <a:ext cx="213820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22" name="TextBox 21"/>
          <p:cNvSpPr txBox="1"/>
          <p:nvPr/>
        </p:nvSpPr>
        <p:spPr>
          <a:xfrm>
            <a:off x="2411760" y="1361046"/>
            <a:ext cx="21602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23" name="TextBox 22"/>
          <p:cNvSpPr txBox="1"/>
          <p:nvPr/>
        </p:nvSpPr>
        <p:spPr>
          <a:xfrm>
            <a:off x="6588224" y="1361046"/>
            <a:ext cx="21602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24" name="TextBox 23"/>
          <p:cNvSpPr txBox="1"/>
          <p:nvPr/>
        </p:nvSpPr>
        <p:spPr>
          <a:xfrm>
            <a:off x="329434" y="3316279"/>
            <a:ext cx="21323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25" name="TextBox 24"/>
          <p:cNvSpPr txBox="1"/>
          <p:nvPr/>
        </p:nvSpPr>
        <p:spPr>
          <a:xfrm>
            <a:off x="2411760" y="2746121"/>
            <a:ext cx="13461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26" name="TextBox 25"/>
          <p:cNvSpPr txBox="1"/>
          <p:nvPr/>
        </p:nvSpPr>
        <p:spPr>
          <a:xfrm>
            <a:off x="4499992" y="5714577"/>
            <a:ext cx="213820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27" name="TextBox 26"/>
          <p:cNvSpPr txBox="1"/>
          <p:nvPr/>
        </p:nvSpPr>
        <p:spPr>
          <a:xfrm>
            <a:off x="6588224" y="3305262"/>
            <a:ext cx="21602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28" name="TextBox 27"/>
          <p:cNvSpPr txBox="1"/>
          <p:nvPr/>
        </p:nvSpPr>
        <p:spPr>
          <a:xfrm>
            <a:off x="323528" y="5138513"/>
            <a:ext cx="213820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29" name="TextBox 28"/>
          <p:cNvSpPr txBox="1"/>
          <p:nvPr/>
        </p:nvSpPr>
        <p:spPr>
          <a:xfrm>
            <a:off x="2400743" y="3920283"/>
            <a:ext cx="12961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30" name="TextBox 29"/>
          <p:cNvSpPr txBox="1"/>
          <p:nvPr/>
        </p:nvSpPr>
        <p:spPr>
          <a:xfrm>
            <a:off x="3688428" y="3411116"/>
            <a:ext cx="1725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>
                <a:solidFill>
                  <a:schemeClr val="bg1"/>
                </a:solidFill>
              </a:rPr>
              <a:t>Lorem ipsum dolor sit amet, consectetuer adipiscing elit. Aenean commodo ligula eget dolor. Aenean massa. Cum sociis natoque penatibus et magnis dis parturient montes…</a:t>
            </a:r>
            <a:endParaRPr lang="nl-NL" sz="900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64088" y="2736504"/>
            <a:ext cx="1274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32" name="TextBox 31"/>
          <p:cNvSpPr txBox="1"/>
          <p:nvPr/>
        </p:nvSpPr>
        <p:spPr>
          <a:xfrm>
            <a:off x="4499992" y="1340768"/>
            <a:ext cx="213820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33" name="TextBox 32"/>
          <p:cNvSpPr txBox="1"/>
          <p:nvPr/>
        </p:nvSpPr>
        <p:spPr>
          <a:xfrm>
            <a:off x="5358976" y="3964351"/>
            <a:ext cx="12792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34" name="TextBox 33"/>
          <p:cNvSpPr txBox="1"/>
          <p:nvPr/>
        </p:nvSpPr>
        <p:spPr>
          <a:xfrm>
            <a:off x="6588224" y="5194393"/>
            <a:ext cx="213820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  <p:sp>
        <p:nvSpPr>
          <p:cNvPr id="35" name="TextBox 34"/>
          <p:cNvSpPr txBox="1"/>
          <p:nvPr/>
        </p:nvSpPr>
        <p:spPr>
          <a:xfrm>
            <a:off x="2411760" y="5731500"/>
            <a:ext cx="213820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900" dirty="0" smtClean="0"/>
              <a:t>Lorem ipsum dolor sit amet, consectetuer adipiscing elit. Aenean commodo ligula eget dolor. Aenean massa. Cum sociis natoque penatibus et magnis dis parturient montes…</a:t>
            </a:r>
            <a:endParaRPr lang="nl-NL" sz="900" dirty="0"/>
          </a:p>
        </p:txBody>
      </p:sp>
    </p:spTree>
    <p:extLst>
      <p:ext uri="{BB962C8B-B14F-4D97-AF65-F5344CB8AC3E}">
        <p14:creationId xmlns:p14="http://schemas.microsoft.com/office/powerpoint/2010/main" val="55422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870</Words>
  <Application>Microsoft Office PowerPoint</Application>
  <PresentationFormat>On-screen Show (4:3)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bps</dc:creator>
  <cp:lastModifiedBy>Prevaas, Bjorn (bps)</cp:lastModifiedBy>
  <cp:revision>7</cp:revision>
  <dcterms:created xsi:type="dcterms:W3CDTF">2016-02-08T07:02:27Z</dcterms:created>
  <dcterms:modified xsi:type="dcterms:W3CDTF">2016-09-22T12:35:31Z</dcterms:modified>
</cp:coreProperties>
</file>