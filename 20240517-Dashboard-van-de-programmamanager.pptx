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</p:sldMasterIdLst>
  <p:notesMasterIdLst>
    <p:notesMasterId r:id="rId4"/>
  </p:notesMasterIdLst>
  <p:sldIdLst>
    <p:sldId id="1557" r:id="rId2"/>
    <p:sldId id="1558" r:id="rId3"/>
  </p:sldIdLst>
  <p:sldSz cx="12192000" cy="6858000"/>
  <p:notesSz cx="6858000" cy="987425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CFB"/>
    <a:srgbClr val="FAF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Stijl, gemiddeld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Stijl, thema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6" autoAdjust="0"/>
    <p:restoredTop sz="94722"/>
  </p:normalViewPr>
  <p:slideViewPr>
    <p:cSldViewPr snapToGrid="0">
      <p:cViewPr varScale="1">
        <p:scale>
          <a:sx n="111" d="100"/>
          <a:sy n="111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EFDF8-6991-4CE7-904D-8E1177C77F7D}" type="datetimeFigureOut">
              <a:rPr lang="nl-NL" smtClean="0"/>
              <a:t>17-5-2024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66725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751983"/>
            <a:ext cx="548640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71800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9378824"/>
            <a:ext cx="2971800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AEE88-C8F4-4FEF-A54A-A9084B67D2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867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463BB3C7-21C2-4A75-AB21-7FE34EFB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4777200"/>
            <a:ext cx="2159722" cy="446400"/>
          </a:xfrm>
          <a:prstGeom prst="rect">
            <a:avLst/>
          </a:prstGeom>
          <a:solidFill>
            <a:srgbClr val="60A4D4">
              <a:alpha val="90000"/>
            </a:srgbClr>
          </a:solidFill>
        </p:spPr>
        <p:txBody>
          <a:bodyPr vert="horz" lIns="144000" tIns="72000" rIns="144000" bIns="72000" rtlCol="0" anchor="ctr" anchorCtr="0">
            <a:noAutofit/>
          </a:bodyPr>
          <a:lstStyle>
            <a:lvl1pPr marL="0" indent="0">
              <a:buNone/>
              <a:defRPr lang="nl-NL" sz="1600" dirty="0">
                <a:solidFill>
                  <a:schemeClr val="bg1"/>
                </a:solidFill>
              </a:defRPr>
            </a:lvl1pPr>
          </a:lstStyle>
          <a:p>
            <a:pPr marL="263525" lvl="0" indent="-263525"/>
            <a:r>
              <a:rPr lang="nl-NL" dirty="0"/>
              <a:t>Klikken om de ondertitelstijl van het model te bewerken</a:t>
            </a:r>
          </a:p>
        </p:txBody>
      </p:sp>
      <p:sp>
        <p:nvSpPr>
          <p:cNvPr id="10" name="Title 12">
            <a:extLst>
              <a:ext uri="{FF2B5EF4-FFF2-40B4-BE49-F238E27FC236}">
                <a16:creationId xmlns:a16="http://schemas.microsoft.com/office/drawing/2014/main" id="{30100FD7-802D-4F36-8010-C89ED894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3866400"/>
            <a:ext cx="8460000" cy="820800"/>
          </a:xfrm>
          <a:solidFill>
            <a:schemeClr val="bg1">
              <a:alpha val="90000"/>
            </a:schemeClr>
          </a:solidFill>
        </p:spPr>
        <p:txBody>
          <a:bodyPr vert="horz" lIns="144000" tIns="72000" rIns="144000" bIns="72000" rtlCol="0" anchor="ctr" anchorCtr="0">
            <a:noAutofit/>
          </a:bodyPr>
          <a:lstStyle>
            <a:lvl1pPr>
              <a:spcBef>
                <a:spcPts val="600"/>
              </a:spcBef>
              <a:defRPr lang="nl-NL" sz="2400" b="1" dirty="0"/>
            </a:lvl1pPr>
          </a:lstStyle>
          <a:p>
            <a:pPr lvl="0"/>
            <a:r>
              <a:rPr lang="nl-NL"/>
              <a:t>Klik om stijl te bewerken</a:t>
            </a:r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E340FD52-34C9-4F82-865F-8BA720F7A50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8408" y="5628015"/>
            <a:ext cx="1578127" cy="564609"/>
          </a:xfrm>
          <a:prstGeom prst="rect">
            <a:avLst/>
          </a:prstGeom>
        </p:spPr>
        <p:txBody>
          <a:bodyPr vert="horz" lIns="21600" tIns="54000" rIns="91440" bIns="45720" rtlCol="0">
            <a:noAutofit/>
          </a:bodyPr>
          <a:lstStyle>
            <a:lvl1pPr marL="0" indent="0">
              <a:buNone/>
              <a:defRPr lang="en-US" sz="1200" dirty="0" smtClean="0">
                <a:latin typeface="+mj-lt"/>
              </a:defRPr>
            </a:lvl1pPr>
            <a:lvl2pPr>
              <a:defRPr lang="en-US" dirty="0" smtClean="0">
                <a:latin typeface="+mj-lt"/>
              </a:defRPr>
            </a:lvl2pPr>
            <a:lvl3pPr>
              <a:defRPr lang="en-US" dirty="0" smtClean="0">
                <a:latin typeface="+mj-lt"/>
              </a:defRPr>
            </a:lvl3pPr>
            <a:lvl4pPr>
              <a:defRPr lang="en-US" dirty="0" smtClean="0">
                <a:latin typeface="+mj-lt"/>
              </a:defRPr>
            </a:lvl4pPr>
            <a:lvl5pPr>
              <a:defRPr lang="en-US" dirty="0">
                <a:latin typeface="+mj-lt"/>
              </a:defRPr>
            </a:lvl5pPr>
          </a:lstStyle>
          <a:p>
            <a:pPr lvl="0"/>
            <a:r>
              <a:rPr lang="en-US"/>
              <a:t>&lt;draft/final&gt;</a:t>
            </a:r>
          </a:p>
          <a:p>
            <a:pPr lvl="0"/>
            <a:r>
              <a:rPr lang="en-US"/>
              <a:t>&lt;date&gt;</a:t>
            </a:r>
          </a:p>
        </p:txBody>
      </p:sp>
    </p:spTree>
    <p:extLst>
      <p:ext uri="{BB962C8B-B14F-4D97-AF65-F5344CB8AC3E}">
        <p14:creationId xmlns:p14="http://schemas.microsoft.com/office/powerpoint/2010/main" val="3390488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voettekst 3">
            <a:extLst>
              <a:ext uri="{FF2B5EF4-FFF2-40B4-BE49-F238E27FC236}">
                <a16:creationId xmlns:a16="http://schemas.microsoft.com/office/drawing/2014/main" id="{25533F70-A2F8-4E86-ACA6-90F6B2526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1088" y="6488780"/>
            <a:ext cx="7489825" cy="298800"/>
          </a:xfrm>
          <a:prstGeom prst="rect">
            <a:avLst/>
          </a:prstGeom>
          <a:noFill/>
        </p:spPr>
        <p:txBody>
          <a:bodyPr vert="horz" lIns="36000" tIns="36000" rIns="36000" bIns="0" rtlCol="0" anchor="ctr">
            <a:noAutofit/>
          </a:bodyPr>
          <a:lstStyle>
            <a:lvl1pPr algn="ctr">
              <a:defRPr lang="nl-NL" sz="800" b="0" spc="0" baseline="0" smtClean="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nl-NL"/>
          </a:p>
        </p:txBody>
      </p:sp>
      <p:sp>
        <p:nvSpPr>
          <p:cNvPr id="18" name="Tijdelijke aanduiding voor dianummer 2">
            <a:extLst>
              <a:ext uri="{FF2B5EF4-FFF2-40B4-BE49-F238E27FC236}">
                <a16:creationId xmlns:a16="http://schemas.microsoft.com/office/drawing/2014/main" id="{F8420E16-B979-41F2-8A39-B35DED57B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225787" y="6488780"/>
            <a:ext cx="1651268" cy="297115"/>
          </a:xfrm>
          <a:prstGeom prst="rect">
            <a:avLst/>
          </a:prstGeom>
        </p:spPr>
        <p:txBody>
          <a:bodyPr anchor="ctr"/>
          <a:lstStyle>
            <a:lvl1pPr algn="r">
              <a:defRPr sz="800" spc="0" baseline="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CE9E515-83FB-4272-9BBC-6FEEF25658E3}" type="slidenum">
              <a:rPr lang="nl-NL" smtClean="0"/>
              <a:t>‹nr.›</a:t>
            </a:fld>
            <a:endParaRPr lang="nl-NL"/>
          </a:p>
        </p:txBody>
      </p:sp>
      <p:sp>
        <p:nvSpPr>
          <p:cNvPr id="19" name="Tijdelijke aanduiding voor datum 4">
            <a:extLst>
              <a:ext uri="{FF2B5EF4-FFF2-40B4-BE49-F238E27FC236}">
                <a16:creationId xmlns:a16="http://schemas.microsoft.com/office/drawing/2014/main" id="{EF836F92-F5BF-4C5A-A0F0-357B6041A02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217702" y="0"/>
            <a:ext cx="1656384" cy="33337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5B4A60A-1444-4517-AA7D-BC5E918809C9}" type="datetimeFigureOut">
              <a:rPr lang="nl-NL" smtClean="0"/>
              <a:t>17-5-2024</a:t>
            </a:fld>
            <a:endParaRPr lang="nl-NL"/>
          </a:p>
        </p:txBody>
      </p:sp>
      <p:sp>
        <p:nvSpPr>
          <p:cNvPr id="12" name="Tijdelijke aanduiding voor inhoud 5">
            <a:extLst>
              <a:ext uri="{FF2B5EF4-FFF2-40B4-BE49-F238E27FC236}">
                <a16:creationId xmlns:a16="http://schemas.microsoft.com/office/drawing/2014/main" id="{C67160EA-D9FF-4F72-8D67-E9A20181D9B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7325" y="1520826"/>
            <a:ext cx="3600450" cy="464502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4" name="Tijdelijke aanduiding voor inhoud 6">
            <a:extLst>
              <a:ext uri="{FF2B5EF4-FFF2-40B4-BE49-F238E27FC236}">
                <a16:creationId xmlns:a16="http://schemas.microsoft.com/office/drawing/2014/main" id="{E40C1880-D45C-4E59-AD5B-8B7273C0408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56699" y="1520825"/>
            <a:ext cx="2627313" cy="4645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 b="0"/>
              <a:t>Tekststijl van het model bewerken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697D1763-DCD4-471D-9C11-05DE66A28F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67664" y="333375"/>
            <a:ext cx="6511814" cy="286057"/>
          </a:xfrm>
          <a:prstGeom prst="rect">
            <a:avLst/>
          </a:prstGeom>
        </p:spPr>
        <p:txBody>
          <a:bodyPr lIns="0" tIns="54000" rIns="0" bIns="0">
            <a:noAutofit/>
          </a:bodyPr>
          <a:lstStyle>
            <a:lvl1pPr marL="0" indent="0">
              <a:buNone/>
              <a:defRPr sz="1400" b="1">
                <a:solidFill>
                  <a:srgbClr val="60A4D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88925" indent="0">
              <a:buNone/>
              <a:defRPr/>
            </a:lvl2pPr>
            <a:lvl3pPr marL="625475" indent="0">
              <a:buNone/>
              <a:defRPr/>
            </a:lvl3pPr>
            <a:lvl4pPr marL="914400" indent="0">
              <a:buNone/>
              <a:defRPr/>
            </a:lvl4pPr>
            <a:lvl5pPr marL="1258888" indent="0">
              <a:buNone/>
              <a:defRPr/>
            </a:lvl5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C370B8AC-D329-464B-912E-FCD52652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325" y="642292"/>
            <a:ext cx="6512193" cy="286057"/>
          </a:xfrm>
        </p:spPr>
        <p:txBody>
          <a:bodyPr tIns="0" rIns="0" bIns="0" anchor="t">
            <a:no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CCDC06-6B56-45D6-9056-35A7CE31D3B5}"/>
              </a:ext>
            </a:extLst>
          </p:cNvPr>
          <p:cNvSpPr/>
          <p:nvPr/>
        </p:nvSpPr>
        <p:spPr>
          <a:xfrm>
            <a:off x="1" y="0"/>
            <a:ext cx="49784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nl-NL"/>
              <a:t>Image </a:t>
            </a:r>
            <a:r>
              <a:rPr lang="nl-NL" err="1"/>
              <a:t>placeholder</a:t>
            </a:r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51BD99B-B137-4812-9F59-7460FB862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1354" y="204002"/>
            <a:ext cx="278124" cy="90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60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voettekst 3">
            <a:extLst>
              <a:ext uri="{FF2B5EF4-FFF2-40B4-BE49-F238E27FC236}">
                <a16:creationId xmlns:a16="http://schemas.microsoft.com/office/drawing/2014/main" id="{0857588F-2CC9-4E3F-A7EF-C446A2D2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1088" y="6488780"/>
            <a:ext cx="7489825" cy="298800"/>
          </a:xfrm>
          <a:prstGeom prst="rect">
            <a:avLst/>
          </a:prstGeom>
          <a:noFill/>
        </p:spPr>
        <p:txBody>
          <a:bodyPr vert="horz" lIns="36000" tIns="36000" rIns="36000" bIns="0" rtlCol="0" anchor="ctr">
            <a:noAutofit/>
          </a:bodyPr>
          <a:lstStyle>
            <a:lvl1pPr algn="ctr">
              <a:defRPr lang="nl-NL" sz="800" b="0" spc="0" baseline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nl-NL"/>
          </a:p>
        </p:txBody>
      </p:sp>
      <p:sp>
        <p:nvSpPr>
          <p:cNvPr id="13" name="Tijdelijke aanduiding voor dianummer 2">
            <a:extLst>
              <a:ext uri="{FF2B5EF4-FFF2-40B4-BE49-F238E27FC236}">
                <a16:creationId xmlns:a16="http://schemas.microsoft.com/office/drawing/2014/main" id="{4E0CBCB0-B3A3-4A94-804B-1654B31E4C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225787" y="6488780"/>
            <a:ext cx="1651268" cy="297115"/>
          </a:xfrm>
          <a:prstGeom prst="rect">
            <a:avLst/>
          </a:prstGeom>
        </p:spPr>
        <p:txBody>
          <a:bodyPr anchor="ctr"/>
          <a:lstStyle>
            <a:lvl1pPr algn="r">
              <a:defRPr sz="800" spc="0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CE9E515-83FB-4272-9BBC-6FEEF25658E3}" type="slidenum">
              <a:rPr lang="nl-NL" smtClean="0"/>
              <a:t>‹nr.›</a:t>
            </a:fld>
            <a:endParaRPr lang="nl-NL"/>
          </a:p>
        </p:txBody>
      </p:sp>
      <p:sp>
        <p:nvSpPr>
          <p:cNvPr id="14" name="Tijdelijke aanduiding voor datum 4">
            <a:extLst>
              <a:ext uri="{FF2B5EF4-FFF2-40B4-BE49-F238E27FC236}">
                <a16:creationId xmlns:a16="http://schemas.microsoft.com/office/drawing/2014/main" id="{DBB798E7-2385-497A-A1AE-48D7AB128949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217702" y="0"/>
            <a:ext cx="1656384" cy="33337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5B4A60A-1444-4517-AA7D-BC5E918809C9}" type="datetimeFigureOut">
              <a:rPr lang="nl-NL" smtClean="0"/>
              <a:t>17-5-2024</a:t>
            </a:fld>
            <a:endParaRPr lang="nl-NL"/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A33D60B3-A47A-44AD-871A-BA56B0ABA2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33375"/>
            <a:ext cx="11371491" cy="286057"/>
          </a:xfrm>
          <a:prstGeom prst="rect">
            <a:avLst/>
          </a:prstGeom>
        </p:spPr>
        <p:txBody>
          <a:bodyPr lIns="0" tIns="54000" rIns="0" bIns="0">
            <a:noAutofit/>
          </a:bodyPr>
          <a:lstStyle>
            <a:lvl1pPr marL="0" indent="0">
              <a:buNone/>
              <a:defRPr sz="1400" b="1">
                <a:solidFill>
                  <a:srgbClr val="60A4D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88925" indent="0">
              <a:buNone/>
              <a:defRPr/>
            </a:lvl2pPr>
            <a:lvl3pPr marL="625475" indent="0">
              <a:buNone/>
              <a:defRPr/>
            </a:lvl3pPr>
            <a:lvl4pPr marL="914400" indent="0">
              <a:buNone/>
              <a:defRPr/>
            </a:lvl4pPr>
            <a:lvl5pPr marL="1258888" indent="0">
              <a:buNone/>
              <a:defRPr/>
            </a:lvl5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65318CA-B952-4935-8654-E21C246F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5" y="642291"/>
            <a:ext cx="11372153" cy="626122"/>
          </a:xfrm>
        </p:spPr>
        <p:txBody>
          <a:bodyPr tIns="0" rIns="0" bIns="0" anchor="t">
            <a:no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12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AB024916-AA0F-460F-A92F-DA36FCD0D3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9" y="1520825"/>
            <a:ext cx="5543550" cy="46450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>
                <a:latin typeface="+mj-lt"/>
              </a:defRPr>
            </a:lvl1pPr>
            <a:lvl2pPr>
              <a:defRPr lang="en-US" dirty="0" smtClean="0">
                <a:latin typeface="+mj-lt"/>
              </a:defRPr>
            </a:lvl2pPr>
            <a:lvl3pPr>
              <a:defRPr lang="en-US" dirty="0" smtClean="0">
                <a:latin typeface="+mj-lt"/>
              </a:defRPr>
            </a:lvl3pPr>
            <a:lvl4pPr>
              <a:defRPr lang="en-US" dirty="0" smtClean="0">
                <a:latin typeface="+mj-lt"/>
              </a:defRPr>
            </a:lvl4pPr>
            <a:lvl5pPr>
              <a:defRPr lang="en-US" dirty="0">
                <a:latin typeface="+mj-lt"/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F2764E06-3A53-4785-A1D1-90A4B94BD7F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0463" y="1520825"/>
            <a:ext cx="5538787" cy="46450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>
                <a:latin typeface="+mj-lt"/>
              </a:defRPr>
            </a:lvl1pPr>
            <a:lvl2pPr>
              <a:defRPr lang="en-US" dirty="0" smtClean="0">
                <a:latin typeface="+mj-lt"/>
              </a:defRPr>
            </a:lvl2pPr>
            <a:lvl3pPr>
              <a:defRPr lang="en-US" dirty="0" smtClean="0">
                <a:latin typeface="+mj-lt"/>
              </a:defRPr>
            </a:lvl3pPr>
            <a:lvl4pPr>
              <a:defRPr lang="en-US" dirty="0" smtClean="0">
                <a:latin typeface="+mj-lt"/>
              </a:defRPr>
            </a:lvl4pPr>
            <a:lvl5pPr>
              <a:defRPr lang="en-US" dirty="0">
                <a:latin typeface="+mj-lt"/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1" name="Tijdelijke aanduiding voor voettekst 3">
            <a:extLst>
              <a:ext uri="{FF2B5EF4-FFF2-40B4-BE49-F238E27FC236}">
                <a16:creationId xmlns:a16="http://schemas.microsoft.com/office/drawing/2014/main" id="{3EFD85F8-FEB3-4833-B0BF-50D40C39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1088" y="6488780"/>
            <a:ext cx="7489825" cy="298800"/>
          </a:xfrm>
          <a:prstGeom prst="rect">
            <a:avLst/>
          </a:prstGeom>
          <a:noFill/>
        </p:spPr>
        <p:txBody>
          <a:bodyPr vert="horz" lIns="36000" tIns="36000" rIns="36000" bIns="0" rtlCol="0" anchor="ctr">
            <a:noAutofit/>
          </a:bodyPr>
          <a:lstStyle>
            <a:lvl1pPr algn="ctr">
              <a:defRPr lang="nl-NL" sz="800" b="0" spc="0" baseline="0" smtClean="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nl-NL"/>
          </a:p>
        </p:txBody>
      </p:sp>
      <p:sp>
        <p:nvSpPr>
          <p:cNvPr id="12" name="Tijdelijke aanduiding voor dianummer 2">
            <a:extLst>
              <a:ext uri="{FF2B5EF4-FFF2-40B4-BE49-F238E27FC236}">
                <a16:creationId xmlns:a16="http://schemas.microsoft.com/office/drawing/2014/main" id="{4EF46ACB-1886-403A-AEC7-2674AE7793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225787" y="6488780"/>
            <a:ext cx="1651268" cy="297115"/>
          </a:xfrm>
          <a:prstGeom prst="rect">
            <a:avLst/>
          </a:prstGeom>
        </p:spPr>
        <p:txBody>
          <a:bodyPr anchor="ctr"/>
          <a:lstStyle>
            <a:lvl1pPr algn="r">
              <a:defRPr sz="800" spc="0" baseline="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CE9E515-83FB-4272-9BBC-6FEEF25658E3}" type="slidenum">
              <a:rPr lang="nl-NL" smtClean="0"/>
              <a:t>‹nr.›</a:t>
            </a:fld>
            <a:endParaRPr lang="nl-NL"/>
          </a:p>
        </p:txBody>
      </p:sp>
      <p:sp>
        <p:nvSpPr>
          <p:cNvPr id="15" name="Tijdelijke aanduiding voor datum 4">
            <a:extLst>
              <a:ext uri="{FF2B5EF4-FFF2-40B4-BE49-F238E27FC236}">
                <a16:creationId xmlns:a16="http://schemas.microsoft.com/office/drawing/2014/main" id="{3EC5C99E-7507-42DC-92AD-F9A37BF29992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217702" y="0"/>
            <a:ext cx="1656384" cy="33337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5B4A60A-1444-4517-AA7D-BC5E918809C9}" type="datetimeFigureOut">
              <a:rPr lang="nl-NL" smtClean="0"/>
              <a:t>17-5-2024</a:t>
            </a:fld>
            <a:endParaRPr lang="nl-NL"/>
          </a:p>
        </p:txBody>
      </p:sp>
      <p:sp>
        <p:nvSpPr>
          <p:cNvPr id="17" name="Tijdelijke aanduiding voor tekst 6">
            <a:extLst>
              <a:ext uri="{FF2B5EF4-FFF2-40B4-BE49-F238E27FC236}">
                <a16:creationId xmlns:a16="http://schemas.microsoft.com/office/drawing/2014/main" id="{8A2A29A7-3E53-45F4-A0CE-515F78B026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33375"/>
            <a:ext cx="11371491" cy="286057"/>
          </a:xfrm>
          <a:prstGeom prst="rect">
            <a:avLst/>
          </a:prstGeom>
        </p:spPr>
        <p:txBody>
          <a:bodyPr lIns="0" tIns="54000" rIns="0" bIns="0">
            <a:noAutofit/>
          </a:bodyPr>
          <a:lstStyle>
            <a:lvl1pPr marL="0" indent="0">
              <a:buNone/>
              <a:defRPr sz="1400" b="1">
                <a:solidFill>
                  <a:srgbClr val="60A4D4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88925" indent="0">
              <a:buNone/>
              <a:defRPr/>
            </a:lvl2pPr>
            <a:lvl3pPr marL="625475" indent="0">
              <a:buNone/>
              <a:defRPr/>
            </a:lvl3pPr>
            <a:lvl4pPr marL="914400" indent="0">
              <a:buNone/>
              <a:defRPr/>
            </a:lvl4pPr>
            <a:lvl5pPr marL="1258888" indent="0">
              <a:buNone/>
              <a:defRPr/>
            </a:lvl5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1708A755-B49E-44FA-935D-804A13601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5" y="642291"/>
            <a:ext cx="11372153" cy="626121"/>
          </a:xfrm>
        </p:spPr>
        <p:txBody>
          <a:bodyPr tIns="0" rIns="0" bIns="0" anchor="t">
            <a:noAutofit/>
          </a:bodyPr>
          <a:lstStyle>
            <a:lvl1pPr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3AB90115-4D5C-4B0B-BAE7-BD3B1F3EF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1354" y="204002"/>
            <a:ext cx="278124" cy="90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0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AB024916-AA0F-460F-A92F-DA36FCD0D3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520825"/>
            <a:ext cx="11376025" cy="46450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>
                <a:latin typeface="+mj-lt"/>
              </a:defRPr>
            </a:lvl1pPr>
            <a:lvl2pPr>
              <a:defRPr lang="en-US" dirty="0" smtClean="0">
                <a:latin typeface="+mj-lt"/>
              </a:defRPr>
            </a:lvl2pPr>
            <a:lvl3pPr>
              <a:defRPr lang="en-US" dirty="0" smtClean="0">
                <a:latin typeface="+mj-lt"/>
              </a:defRPr>
            </a:lvl3pPr>
            <a:lvl4pPr>
              <a:defRPr lang="en-US" dirty="0" smtClean="0">
                <a:latin typeface="+mj-lt"/>
              </a:defRPr>
            </a:lvl4pPr>
            <a:lvl5pPr>
              <a:defRPr lang="en-US" dirty="0">
                <a:latin typeface="+mj-lt"/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0" name="Tijdelijke aanduiding voor voettekst 3">
            <a:extLst>
              <a:ext uri="{FF2B5EF4-FFF2-40B4-BE49-F238E27FC236}">
                <a16:creationId xmlns:a16="http://schemas.microsoft.com/office/drawing/2014/main" id="{4A88AB0E-B3B6-408D-BE42-CFE12433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1088" y="6488780"/>
            <a:ext cx="7489825" cy="298800"/>
          </a:xfrm>
          <a:prstGeom prst="rect">
            <a:avLst/>
          </a:prstGeom>
          <a:noFill/>
        </p:spPr>
        <p:txBody>
          <a:bodyPr vert="horz" lIns="36000" tIns="36000" rIns="36000" bIns="0" rtlCol="0" anchor="ctr">
            <a:noAutofit/>
          </a:bodyPr>
          <a:lstStyle>
            <a:lvl1pPr algn="ctr">
              <a:defRPr lang="nl-NL" sz="800" b="0" spc="0" baseline="0" smtClean="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nl-NL"/>
          </a:p>
        </p:txBody>
      </p:sp>
      <p:sp>
        <p:nvSpPr>
          <p:cNvPr id="16" name="Tijdelijke aanduiding voor dianummer 2">
            <a:extLst>
              <a:ext uri="{FF2B5EF4-FFF2-40B4-BE49-F238E27FC236}">
                <a16:creationId xmlns:a16="http://schemas.microsoft.com/office/drawing/2014/main" id="{A92DF420-DCFF-4F11-A65F-FE9179EA7E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225787" y="6488780"/>
            <a:ext cx="1651268" cy="297115"/>
          </a:xfrm>
          <a:prstGeom prst="rect">
            <a:avLst/>
          </a:prstGeom>
        </p:spPr>
        <p:txBody>
          <a:bodyPr anchor="ctr"/>
          <a:lstStyle>
            <a:lvl1pPr algn="r">
              <a:defRPr sz="800" spc="0" baseline="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CE9E515-83FB-4272-9BBC-6FEEF25658E3}" type="slidenum">
              <a:rPr lang="nl-NL" smtClean="0"/>
              <a:t>‹nr.›</a:t>
            </a:fld>
            <a:endParaRPr lang="nl-NL"/>
          </a:p>
        </p:txBody>
      </p:sp>
      <p:sp>
        <p:nvSpPr>
          <p:cNvPr id="17" name="Tijdelijke aanduiding voor datum 4">
            <a:extLst>
              <a:ext uri="{FF2B5EF4-FFF2-40B4-BE49-F238E27FC236}">
                <a16:creationId xmlns:a16="http://schemas.microsoft.com/office/drawing/2014/main" id="{F192F77E-939B-491A-8C74-E1E704BE1B49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217702" y="0"/>
            <a:ext cx="1656384" cy="33337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5B4A60A-1444-4517-AA7D-BC5E918809C9}" type="datetimeFigureOut">
              <a:rPr lang="nl-NL" smtClean="0"/>
              <a:t>17-5-2024</a:t>
            </a:fld>
            <a:endParaRPr lang="nl-NL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8C3A7133-5551-419C-AE6C-D1CBC85005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33375"/>
            <a:ext cx="11371491" cy="286057"/>
          </a:xfrm>
          <a:prstGeom prst="rect">
            <a:avLst/>
          </a:prstGeom>
        </p:spPr>
        <p:txBody>
          <a:bodyPr lIns="0" tIns="54000" rIns="0" bIns="0">
            <a:noAutofit/>
          </a:bodyPr>
          <a:lstStyle>
            <a:lvl1pPr marL="0" indent="0">
              <a:buNone/>
              <a:defRPr sz="1400" b="1">
                <a:solidFill>
                  <a:srgbClr val="60A4D4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88925" indent="0">
              <a:buNone/>
              <a:defRPr/>
            </a:lvl2pPr>
            <a:lvl3pPr marL="625475" indent="0">
              <a:buNone/>
              <a:defRPr/>
            </a:lvl3pPr>
            <a:lvl4pPr marL="914400" indent="0">
              <a:buNone/>
              <a:defRPr/>
            </a:lvl4pPr>
            <a:lvl5pPr marL="1258888" indent="0">
              <a:buNone/>
              <a:defRPr/>
            </a:lvl5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BF05FA49-E278-4DDF-82AE-B11D9AB57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5" y="642291"/>
            <a:ext cx="11372153" cy="626121"/>
          </a:xfrm>
        </p:spPr>
        <p:txBody>
          <a:bodyPr tIns="0" rIns="0" bIns="0" anchor="t">
            <a:noAutofit/>
          </a:bodyPr>
          <a:lstStyle>
            <a:lvl1pPr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8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kstvak 54">
            <a:extLst>
              <a:ext uri="{FF2B5EF4-FFF2-40B4-BE49-F238E27FC236}">
                <a16:creationId xmlns:a16="http://schemas.microsoft.com/office/drawing/2014/main" id="{14AE8EC0-B0D3-4319-B808-3239E84993A8}"/>
              </a:ext>
            </a:extLst>
          </p:cNvPr>
          <p:cNvSpPr txBox="1"/>
          <p:nvPr/>
        </p:nvSpPr>
        <p:spPr>
          <a:xfrm>
            <a:off x="623392" y="5373216"/>
            <a:ext cx="10945216" cy="79208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endParaRPr lang="en-US" sz="3600" spc="100" baseline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0" name="Title 12">
            <a:extLst>
              <a:ext uri="{FF2B5EF4-FFF2-40B4-BE49-F238E27FC236}">
                <a16:creationId xmlns:a16="http://schemas.microsoft.com/office/drawing/2014/main" id="{69B7D000-B944-4624-9777-DE18BF3ACC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538" y="4629150"/>
            <a:ext cx="8461375" cy="1449647"/>
          </a:xfrm>
          <a:prstGeom prst="rect">
            <a:avLst/>
          </a:prstGeom>
          <a:noFill/>
          <a:ln>
            <a:noFill/>
          </a:ln>
        </p:spPr>
        <p:txBody>
          <a:bodyPr lIns="21600" tIns="72000" bIns="0" anchor="t" anchorCtr="0">
            <a:no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1" name="Tijdelijke aanduiding voor voettekst 3">
            <a:extLst>
              <a:ext uri="{FF2B5EF4-FFF2-40B4-BE49-F238E27FC236}">
                <a16:creationId xmlns:a16="http://schemas.microsoft.com/office/drawing/2014/main" id="{D6461BE7-1840-4A58-96CC-D0794174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1088" y="6488780"/>
            <a:ext cx="7489825" cy="298800"/>
          </a:xfrm>
          <a:prstGeom prst="rect">
            <a:avLst/>
          </a:prstGeom>
          <a:noFill/>
        </p:spPr>
        <p:txBody>
          <a:bodyPr vert="horz" lIns="36000" tIns="36000" rIns="36000" bIns="0" rtlCol="0" anchor="ctr">
            <a:noAutofit/>
          </a:bodyPr>
          <a:lstStyle>
            <a:lvl1pPr algn="ctr">
              <a:defRPr lang="nl-NL" sz="800" b="0" spc="0" baseline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nl-NL"/>
          </a:p>
        </p:txBody>
      </p:sp>
      <p:sp>
        <p:nvSpPr>
          <p:cNvPr id="12" name="Tijdelijke aanduiding voor dianummer 2">
            <a:extLst>
              <a:ext uri="{FF2B5EF4-FFF2-40B4-BE49-F238E27FC236}">
                <a16:creationId xmlns:a16="http://schemas.microsoft.com/office/drawing/2014/main" id="{6035728B-B931-46C5-9151-83ACFE8B3B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225787" y="6488780"/>
            <a:ext cx="1651268" cy="297115"/>
          </a:xfrm>
          <a:prstGeom prst="rect">
            <a:avLst/>
          </a:prstGeom>
        </p:spPr>
        <p:txBody>
          <a:bodyPr anchor="ctr"/>
          <a:lstStyle>
            <a:lvl1pPr algn="r">
              <a:defRPr sz="800" spc="0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CE9E515-83FB-4272-9BBC-6FEEF25658E3}" type="slidenum">
              <a:rPr lang="nl-NL" smtClean="0"/>
              <a:t>‹nr.›</a:t>
            </a:fld>
            <a:endParaRPr lang="nl-NL"/>
          </a:p>
        </p:txBody>
      </p:sp>
      <p:sp>
        <p:nvSpPr>
          <p:cNvPr id="13" name="Tijdelijke aanduiding voor datum 4">
            <a:extLst>
              <a:ext uri="{FF2B5EF4-FFF2-40B4-BE49-F238E27FC236}">
                <a16:creationId xmlns:a16="http://schemas.microsoft.com/office/drawing/2014/main" id="{674F8583-C7DC-4C06-9769-21234F201B4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217702" y="0"/>
            <a:ext cx="1656384" cy="33337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5B4A60A-1444-4517-AA7D-BC5E918809C9}" type="datetimeFigureOut">
              <a:rPr lang="nl-NL" smtClean="0"/>
              <a:t>17-5-2024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98051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960E6007-B88B-4876-B606-BADB87FE5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261" y="5918913"/>
            <a:ext cx="211725" cy="1800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CEDF900-6572-480E-A588-07987ABD5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839" y="5906648"/>
            <a:ext cx="178131" cy="178131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C207B96F-85AD-4579-B7C3-6B29E228F472}"/>
              </a:ext>
            </a:extLst>
          </p:cNvPr>
          <p:cNvSpPr txBox="1"/>
          <p:nvPr userDrawn="1"/>
        </p:nvSpPr>
        <p:spPr>
          <a:xfrm>
            <a:off x="0" y="884420"/>
            <a:ext cx="12192000" cy="61247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r>
              <a:rPr lang="nl-NL" sz="2800" b="1" dirty="0">
                <a:solidFill>
                  <a:srgbClr val="60A4D4"/>
                </a:solidFill>
                <a:latin typeface="+mj-lt"/>
              </a:rPr>
              <a:t>N O V A I M</a:t>
            </a: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  <a:p>
            <a:pPr algn="ctr">
              <a:buClr>
                <a:schemeClr val="accent1"/>
              </a:buClr>
            </a:pPr>
            <a:endParaRPr lang="nl-NL" sz="2800" b="1" dirty="0">
              <a:solidFill>
                <a:srgbClr val="60A4D4"/>
              </a:solidFill>
              <a:latin typeface="+mj-lt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7197AFA9-0DF9-4DA1-9349-8ACD1C4D67F4}"/>
              </a:ext>
            </a:extLst>
          </p:cNvPr>
          <p:cNvSpPr txBox="1"/>
          <p:nvPr/>
        </p:nvSpPr>
        <p:spPr>
          <a:xfrm>
            <a:off x="407989" y="5627454"/>
            <a:ext cx="1137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ts val="600"/>
              </a:spcBef>
            </a:pPr>
            <a:r>
              <a:rPr lang="nl-NL" sz="1200" spc="100" baseline="0" dirty="0">
                <a:solidFill>
                  <a:srgbClr val="0070C0"/>
                </a:solidFill>
                <a:latin typeface="Tahoma" panose="020B0604030504040204" pitchFamily="34" charset="0"/>
              </a:rPr>
              <a:t>NOVAIM B.V. </a:t>
            </a:r>
            <a:r>
              <a:rPr lang="nl-NL" sz="1200" b="1" spc="100" baseline="0" dirty="0">
                <a:solidFill>
                  <a:srgbClr val="0070C0"/>
                </a:solidFill>
                <a:latin typeface="Tahoma" panose="020B0604030504040204" pitchFamily="34" charset="0"/>
              </a:rPr>
              <a:t>|</a:t>
            </a:r>
            <a:r>
              <a:rPr lang="nl-NL" sz="1200" spc="100" baseline="0" dirty="0">
                <a:solidFill>
                  <a:srgbClr val="0070C0"/>
                </a:solidFill>
                <a:latin typeface="Tahoma" panose="020B0604030504040204" pitchFamily="34" charset="0"/>
              </a:rPr>
              <a:t> </a:t>
            </a:r>
            <a:r>
              <a:rPr lang="nb-NO" sz="1200" spc="100" baseline="0" dirty="0">
                <a:solidFill>
                  <a:srgbClr val="0070C0"/>
                </a:solidFill>
                <a:latin typeface="Tahoma" panose="020B0604030504040204" pitchFamily="34" charset="0"/>
              </a:rPr>
              <a:t>Straatweg 13, 3051 BB ROTTERDAM </a:t>
            </a:r>
            <a:r>
              <a:rPr lang="nb-NO" sz="1200" b="1" spc="100" baseline="0" dirty="0">
                <a:solidFill>
                  <a:srgbClr val="0070C0"/>
                </a:solidFill>
                <a:latin typeface="Tahoma" panose="020B0604030504040204" pitchFamily="34" charset="0"/>
              </a:rPr>
              <a:t>|</a:t>
            </a:r>
            <a:r>
              <a:rPr lang="nb-NO" sz="1200" spc="100" baseline="0" dirty="0">
                <a:solidFill>
                  <a:srgbClr val="0070C0"/>
                </a:solidFill>
                <a:latin typeface="Tahoma" panose="020B0604030504040204" pitchFamily="34" charset="0"/>
              </a:rPr>
              <a:t> www.novaim.nl</a:t>
            </a:r>
            <a:r>
              <a:rPr lang="nb-NO" sz="1200" b="1" spc="100" baseline="0" dirty="0">
                <a:solidFill>
                  <a:srgbClr val="0070C0"/>
                </a:solidFill>
                <a:latin typeface="Tahoma" panose="020B0604030504040204" pitchFamily="34" charset="0"/>
              </a:rPr>
              <a:t>|</a:t>
            </a:r>
            <a:r>
              <a:rPr lang="nb-NO" sz="1200" spc="100" baseline="0" dirty="0">
                <a:solidFill>
                  <a:srgbClr val="0070C0"/>
                </a:solidFill>
                <a:latin typeface="Tahoma" panose="020B0604030504040204" pitchFamily="34" charset="0"/>
              </a:rPr>
              <a:t> info@novaim.nl</a:t>
            </a:r>
          </a:p>
        </p:txBody>
      </p:sp>
    </p:spTree>
    <p:extLst>
      <p:ext uri="{BB962C8B-B14F-4D97-AF65-F5344CB8AC3E}">
        <p14:creationId xmlns:p14="http://schemas.microsoft.com/office/powerpoint/2010/main" val="6196312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jdelijke aanduiding voor titel 28">
            <a:extLst>
              <a:ext uri="{FF2B5EF4-FFF2-40B4-BE49-F238E27FC236}">
                <a16:creationId xmlns:a16="http://schemas.microsoft.com/office/drawing/2014/main" id="{E5BA1933-592B-4BCD-ABBC-E73499F8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6" y="333376"/>
            <a:ext cx="10692434" cy="516604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DBC71C1D-C6DB-4E1C-B3C8-D7A4B22BB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819" y="1520825"/>
            <a:ext cx="11366193" cy="46450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jdelijke aanduiding voor voettekst 3">
            <a:extLst>
              <a:ext uri="{FF2B5EF4-FFF2-40B4-BE49-F238E27FC236}">
                <a16:creationId xmlns:a16="http://schemas.microsoft.com/office/drawing/2014/main" id="{0D0AE096-86DE-4109-A8B8-7281F31E8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1088" y="6488780"/>
            <a:ext cx="7489825" cy="298800"/>
          </a:xfrm>
          <a:prstGeom prst="rect">
            <a:avLst/>
          </a:prstGeom>
          <a:noFill/>
        </p:spPr>
        <p:txBody>
          <a:bodyPr vert="horz" lIns="36000" tIns="36000" rIns="36000" bIns="0" rtlCol="0" anchor="ctr">
            <a:noAutofit/>
          </a:bodyPr>
          <a:lstStyle>
            <a:lvl1pPr algn="ctr">
              <a:defRPr lang="nl-NL" sz="800" b="0" spc="0" baseline="0" smtClean="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DED9C88D-4F13-B3D0-E14A-148293CA538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19" y="6566686"/>
            <a:ext cx="1391729" cy="22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6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 kern="1200" spc="0" baseline="0">
          <a:solidFill>
            <a:schemeClr val="tx1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Radley" panose="02000503000000020003" pitchFamily="2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Radley" panose="02000503000000020003" pitchFamily="2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Radley" panose="02000503000000020003" pitchFamily="2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Radley" panose="02000503000000020003" pitchFamily="2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Radley" panose="02000503000000020003" pitchFamily="2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Radley" panose="02000503000000020003" pitchFamily="2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Radley" panose="02000503000000020003" pitchFamily="2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Radley" panose="02000503000000020003" pitchFamily="2" charset="0"/>
        </a:defRPr>
      </a:lvl9pPr>
    </p:titleStyle>
    <p:bodyStyle>
      <a:lvl1pPr marL="263525" indent="-263525" algn="l" rtl="0" eaLnBrk="1" fontAlgn="base" hangingPunct="1">
        <a:lnSpc>
          <a:spcPts val="1600"/>
        </a:lnSpc>
        <a:spcBef>
          <a:spcPts val="600"/>
        </a:spcBef>
        <a:spcAft>
          <a:spcPct val="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200" kern="1200" spc="0" baseline="0">
          <a:solidFill>
            <a:schemeClr val="tx1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1pPr>
      <a:lvl2pPr marL="630238" indent="-274638" algn="l" rtl="0" eaLnBrk="1" fontAlgn="base" hangingPunct="1">
        <a:lnSpc>
          <a:spcPts val="1600"/>
        </a:lnSpc>
        <a:spcBef>
          <a:spcPts val="600"/>
        </a:spcBef>
        <a:spcAft>
          <a:spcPct val="0"/>
        </a:spcAft>
        <a:buClr>
          <a:schemeClr val="tx1"/>
        </a:buClr>
        <a:buFont typeface="HelveticaNeueLT Com 45 Lt" panose="020B0403020202020204" pitchFamily="34" charset="0"/>
        <a:buChar char="–"/>
        <a:tabLst/>
        <a:defRPr sz="1200" kern="1200" spc="0" baseline="0">
          <a:solidFill>
            <a:schemeClr val="tx1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2pPr>
      <a:lvl3pPr marL="985838" indent="-265113" algn="l" rtl="0" eaLnBrk="1" fontAlgn="base" hangingPunct="1">
        <a:lnSpc>
          <a:spcPts val="1600"/>
        </a:lnSpc>
        <a:spcBef>
          <a:spcPts val="600"/>
        </a:spcBef>
        <a:spcAft>
          <a:spcPct val="0"/>
        </a:spcAft>
        <a:buClr>
          <a:schemeClr val="tx1"/>
        </a:buClr>
        <a:buFont typeface="HelveticaNeueLT Com 45 Lt" panose="020B0403020202020204" pitchFamily="34" charset="0"/>
        <a:buChar char="–"/>
        <a:defRPr sz="1200" kern="1200" spc="0" baseline="0">
          <a:solidFill>
            <a:schemeClr val="tx1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3pPr>
      <a:lvl4pPr marL="1341438" indent="-265113" algn="l" rtl="0" eaLnBrk="1" fontAlgn="base" hangingPunct="1">
        <a:lnSpc>
          <a:spcPts val="1600"/>
        </a:lnSpc>
        <a:spcBef>
          <a:spcPts val="600"/>
        </a:spcBef>
        <a:spcAft>
          <a:spcPct val="0"/>
        </a:spcAft>
        <a:buClr>
          <a:schemeClr val="tx1"/>
        </a:buClr>
        <a:buFont typeface="HelveticaNeueLT Com 45 Lt" panose="020B0403020202020204" pitchFamily="34" charset="0"/>
        <a:buChar char="–"/>
        <a:defRPr sz="1200" kern="1200" spc="0" baseline="0">
          <a:solidFill>
            <a:schemeClr val="tx1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4pPr>
      <a:lvl5pPr marL="1706563" indent="-274638" algn="l" rtl="0" eaLnBrk="1" fontAlgn="base" hangingPunct="1">
        <a:lnSpc>
          <a:spcPts val="1600"/>
        </a:lnSpc>
        <a:spcBef>
          <a:spcPts val="600"/>
        </a:spcBef>
        <a:spcAft>
          <a:spcPct val="0"/>
        </a:spcAft>
        <a:buClr>
          <a:schemeClr val="tx1"/>
        </a:buClr>
        <a:buFont typeface="HelveticaNeueLT Com 45 Lt" panose="020B0403020202020204" pitchFamily="34" charset="0"/>
        <a:buChar char="–"/>
        <a:defRPr sz="1200" kern="1200" spc="0" baseline="0">
          <a:solidFill>
            <a:schemeClr val="tx1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547EBF"/>
          </p15:clr>
        </p15:guide>
        <p15:guide id="2" pos="7423">
          <p15:clr>
            <a:srgbClr val="547EBF"/>
          </p15:clr>
        </p15:guide>
        <p15:guide id="3" orient="horz" pos="210">
          <p15:clr>
            <a:srgbClr val="547EBF"/>
          </p15:clr>
        </p15:guide>
        <p15:guide id="5" pos="688">
          <p15:clr>
            <a:srgbClr val="547EBF"/>
          </p15:clr>
        </p15:guide>
        <p15:guide id="6" pos="869">
          <p15:clr>
            <a:srgbClr val="547EBF"/>
          </p15:clr>
        </p15:guide>
        <p15:guide id="7" pos="1300">
          <p15:clr>
            <a:srgbClr val="547EBF"/>
          </p15:clr>
        </p15:guide>
        <p15:guide id="8" pos="1481">
          <p15:clr>
            <a:srgbClr val="547EBF"/>
          </p15:clr>
        </p15:guide>
        <p15:guide id="9" pos="1912">
          <p15:clr>
            <a:srgbClr val="547EBF"/>
          </p15:clr>
        </p15:guide>
        <p15:guide id="10" pos="2094">
          <p15:clr>
            <a:srgbClr val="547EBF"/>
          </p15:clr>
        </p15:guide>
        <p15:guide id="11" pos="2525">
          <p15:clr>
            <a:srgbClr val="547EBF"/>
          </p15:clr>
        </p15:guide>
        <p15:guide id="12" pos="2706">
          <p15:clr>
            <a:srgbClr val="547EBF"/>
          </p15:clr>
        </p15:guide>
        <p15:guide id="13" pos="3137">
          <p15:clr>
            <a:srgbClr val="547EBF"/>
          </p15:clr>
        </p15:guide>
        <p15:guide id="14" pos="3318">
          <p15:clr>
            <a:srgbClr val="547EBF"/>
          </p15:clr>
        </p15:guide>
        <p15:guide id="16" pos="3931">
          <p15:clr>
            <a:srgbClr val="547EBF"/>
          </p15:clr>
        </p15:guide>
        <p15:guide id="17" pos="4362">
          <p15:clr>
            <a:srgbClr val="547EBF"/>
          </p15:clr>
        </p15:guide>
        <p15:guide id="18" pos="4543">
          <p15:clr>
            <a:srgbClr val="547EBF"/>
          </p15:clr>
        </p15:guide>
        <p15:guide id="19" pos="4974">
          <p15:clr>
            <a:srgbClr val="547EBF"/>
          </p15:clr>
        </p15:guide>
        <p15:guide id="20" pos="5155">
          <p15:clr>
            <a:srgbClr val="547EBF"/>
          </p15:clr>
        </p15:guide>
        <p15:guide id="21" pos="5586">
          <p15:clr>
            <a:srgbClr val="547EBF"/>
          </p15:clr>
        </p15:guide>
        <p15:guide id="22" pos="5768">
          <p15:clr>
            <a:srgbClr val="547EBF"/>
          </p15:clr>
        </p15:guide>
        <p15:guide id="23" pos="6199">
          <p15:clr>
            <a:srgbClr val="547EBF"/>
          </p15:clr>
        </p15:guide>
        <p15:guide id="24" pos="6380">
          <p15:clr>
            <a:srgbClr val="547EBF"/>
          </p15:clr>
        </p15:guide>
        <p15:guide id="25" pos="6811">
          <p15:clr>
            <a:srgbClr val="547EBF"/>
          </p15:clr>
        </p15:guide>
        <p15:guide id="26" pos="6992">
          <p15:clr>
            <a:srgbClr val="547EBF"/>
          </p15:clr>
        </p15:guide>
        <p15:guide id="27" pos="3749">
          <p15:clr>
            <a:srgbClr val="547EBF"/>
          </p15:clr>
        </p15:guide>
        <p15:guide id="28" orient="horz" pos="799">
          <p15:clr>
            <a:srgbClr val="547EBF"/>
          </p15:clr>
        </p15:guide>
        <p15:guide id="29" orient="horz" pos="3884">
          <p15:clr>
            <a:srgbClr val="547EBF"/>
          </p15:clr>
        </p15:guide>
        <p15:guide id="30" orient="horz" pos="640">
          <p15:clr>
            <a:srgbClr val="547EBF"/>
          </p15:clr>
        </p15:guide>
        <p15:guide id="31" orient="horz" pos="958">
          <p15:clr>
            <a:srgbClr val="547EBF"/>
          </p15:clr>
        </p15:guide>
        <p15:guide id="32" orient="horz" pos="4042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5DDB8F59-19E1-32BB-B280-593A336D33D2}"/>
              </a:ext>
            </a:extLst>
          </p:cNvPr>
          <p:cNvSpPr/>
          <p:nvPr/>
        </p:nvSpPr>
        <p:spPr>
          <a:xfrm>
            <a:off x="2979068" y="775853"/>
            <a:ext cx="2393649" cy="56249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52B4FE5A-04F7-4A2B-F2D1-155D3C2BCFAE}"/>
              </a:ext>
            </a:extLst>
          </p:cNvPr>
          <p:cNvSpPr/>
          <p:nvPr/>
        </p:nvSpPr>
        <p:spPr>
          <a:xfrm>
            <a:off x="5485186" y="775852"/>
            <a:ext cx="2393649" cy="56249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/>
          </a:p>
        </p:txBody>
      </p:sp>
      <p:sp>
        <p:nvSpPr>
          <p:cNvPr id="6" name="Tijdelijke aanduiding voor dianummer 1">
            <a:extLst>
              <a:ext uri="{FF2B5EF4-FFF2-40B4-BE49-F238E27FC236}">
                <a16:creationId xmlns:a16="http://schemas.microsoft.com/office/drawing/2014/main" id="{8C73720C-CD96-4565-AF78-5249CC0F3D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A3D475-6303-4585-908E-CB3787FD4E56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2C2C2D"/>
                </a:solidFill>
                <a:effectLst/>
                <a:uLnTx/>
                <a:uFillTx/>
                <a:latin typeface="Tahoma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r>
              <a:rPr kumimoji="0" lang="nl-NL" sz="800" b="0" i="0" u="none" strike="noStrike" kern="1200" cap="none" spc="0" normalizeH="0" baseline="0" noProof="0" dirty="0">
                <a:ln>
                  <a:noFill/>
                </a:ln>
                <a:solidFill>
                  <a:srgbClr val="2C2C2D"/>
                </a:solidFill>
                <a:effectLst/>
                <a:uLnTx/>
                <a:uFillTx/>
                <a:latin typeface="Tahoma"/>
                <a:ea typeface="Tahoma" panose="020B0604030504040204" pitchFamily="34" charset="0"/>
                <a:cs typeface="Tahoma" panose="020B0604030504040204" pitchFamily="34" charset="0"/>
              </a:rPr>
              <a:t>7 mei 2024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810D1CC-6F90-409D-B1DF-65B4624D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23" y="189709"/>
            <a:ext cx="11372153" cy="364473"/>
          </a:xfrm>
        </p:spPr>
        <p:txBody>
          <a:bodyPr/>
          <a:lstStyle/>
          <a:p>
            <a:pPr algn="ctr"/>
            <a:r>
              <a:rPr lang="nl-NL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Dashboard van een programmamanager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387D0DF2-5133-1E18-9172-58B7919421D6}"/>
              </a:ext>
            </a:extLst>
          </p:cNvPr>
          <p:cNvSpPr/>
          <p:nvPr/>
        </p:nvSpPr>
        <p:spPr>
          <a:xfrm>
            <a:off x="489527" y="775853"/>
            <a:ext cx="2393649" cy="56249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D498305-AF05-94F3-F9CD-EDA8987072DE}"/>
              </a:ext>
            </a:extLst>
          </p:cNvPr>
          <p:cNvSpPr/>
          <p:nvPr/>
        </p:nvSpPr>
        <p:spPr>
          <a:xfrm>
            <a:off x="7991304" y="775853"/>
            <a:ext cx="3790771" cy="56249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B3807F43-73C6-A4DD-8048-B0EC94C76CA7}"/>
              </a:ext>
            </a:extLst>
          </p:cNvPr>
          <p:cNvSpPr/>
          <p:nvPr/>
        </p:nvSpPr>
        <p:spPr>
          <a:xfrm>
            <a:off x="646544" y="887554"/>
            <a:ext cx="2062789" cy="1260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Doelen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C9FE01EF-A023-9D44-6168-9647C1FD9E55}"/>
              </a:ext>
            </a:extLst>
          </p:cNvPr>
          <p:cNvSpPr/>
          <p:nvPr/>
        </p:nvSpPr>
        <p:spPr>
          <a:xfrm>
            <a:off x="646544" y="2259387"/>
            <a:ext cx="2062789" cy="1260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Baten</a:t>
            </a: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5CA4AE91-DDBC-3824-842D-C9F38D17896E}"/>
              </a:ext>
            </a:extLst>
          </p:cNvPr>
          <p:cNvSpPr/>
          <p:nvPr/>
        </p:nvSpPr>
        <p:spPr>
          <a:xfrm>
            <a:off x="646544" y="3631653"/>
            <a:ext cx="2062789" cy="1260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Vermogens</a:t>
            </a: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218E8296-46A1-0D47-A763-6B3E58523343}"/>
              </a:ext>
            </a:extLst>
          </p:cNvPr>
          <p:cNvSpPr/>
          <p:nvPr/>
        </p:nvSpPr>
        <p:spPr>
          <a:xfrm>
            <a:off x="635546" y="5003919"/>
            <a:ext cx="2073787" cy="1260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Inspanningendossier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99B27A59-A315-58EC-8037-4A90DA9295E9}"/>
              </a:ext>
            </a:extLst>
          </p:cNvPr>
          <p:cNvSpPr/>
          <p:nvPr/>
        </p:nvSpPr>
        <p:spPr>
          <a:xfrm>
            <a:off x="3108583" y="2299123"/>
            <a:ext cx="2195171" cy="12212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Krachten</a:t>
            </a: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4BAED339-568B-BA15-9E78-D21A28A74349}"/>
              </a:ext>
            </a:extLst>
          </p:cNvPr>
          <p:cNvSpPr/>
          <p:nvPr/>
        </p:nvSpPr>
        <p:spPr>
          <a:xfrm>
            <a:off x="3093591" y="887554"/>
            <a:ext cx="2210164" cy="1260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Veranderingen</a:t>
            </a:r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C376CBCA-7D33-F8F5-5F0A-E9F16C336E1E}"/>
              </a:ext>
            </a:extLst>
          </p:cNvPr>
          <p:cNvSpPr/>
          <p:nvPr/>
        </p:nvSpPr>
        <p:spPr>
          <a:xfrm>
            <a:off x="3108584" y="3681387"/>
            <a:ext cx="2195170" cy="12112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Focusmomenten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944C4D6C-8802-99B8-D5E1-D0D4A81265C7}"/>
              </a:ext>
            </a:extLst>
          </p:cNvPr>
          <p:cNvSpPr/>
          <p:nvPr/>
        </p:nvSpPr>
        <p:spPr>
          <a:xfrm>
            <a:off x="5597656" y="4520242"/>
            <a:ext cx="2177193" cy="17446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Persoonlijke metertjes</a:t>
            </a: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B3048DD0-1B7E-BEAA-2881-56B9B0489D47}"/>
              </a:ext>
            </a:extLst>
          </p:cNvPr>
          <p:cNvSpPr/>
          <p:nvPr/>
        </p:nvSpPr>
        <p:spPr>
          <a:xfrm>
            <a:off x="8094133" y="948863"/>
            <a:ext cx="3608340" cy="11095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Planning</a:t>
            </a:r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9E160D96-0392-83D6-FB0E-7C86C4DB8FA3}"/>
              </a:ext>
            </a:extLst>
          </p:cNvPr>
          <p:cNvSpPr/>
          <p:nvPr/>
        </p:nvSpPr>
        <p:spPr>
          <a:xfrm>
            <a:off x="8094133" y="2198921"/>
            <a:ext cx="3591294" cy="13014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Budget</a:t>
            </a:r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EE1D6208-15CC-0722-DF5B-67BABCCFC282}"/>
              </a:ext>
            </a:extLst>
          </p:cNvPr>
          <p:cNvSpPr/>
          <p:nvPr/>
        </p:nvSpPr>
        <p:spPr>
          <a:xfrm>
            <a:off x="5581078" y="912181"/>
            <a:ext cx="2193771" cy="170415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Stuurparameters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7373A717-CB4B-6BA7-DF7B-0181FCE9C9BA}"/>
              </a:ext>
            </a:extLst>
          </p:cNvPr>
          <p:cNvSpPr/>
          <p:nvPr/>
        </p:nvSpPr>
        <p:spPr>
          <a:xfrm>
            <a:off x="8103773" y="4965930"/>
            <a:ext cx="3581654" cy="129898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Issues</a:t>
            </a:r>
          </a:p>
        </p:txBody>
      </p:sp>
      <p:sp>
        <p:nvSpPr>
          <p:cNvPr id="31" name="Rechthoek 30">
            <a:extLst>
              <a:ext uri="{FF2B5EF4-FFF2-40B4-BE49-F238E27FC236}">
                <a16:creationId xmlns:a16="http://schemas.microsoft.com/office/drawing/2014/main" id="{AA31C9F8-7301-403C-6875-AAB199628FE2}"/>
              </a:ext>
            </a:extLst>
          </p:cNvPr>
          <p:cNvSpPr/>
          <p:nvPr/>
        </p:nvSpPr>
        <p:spPr>
          <a:xfrm>
            <a:off x="5597656" y="2752662"/>
            <a:ext cx="2193772" cy="163169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Reviewparameters</a:t>
            </a: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7B0F987C-F104-63AC-B53D-DBBBE6D5062D}"/>
              </a:ext>
            </a:extLst>
          </p:cNvPr>
          <p:cNvSpPr/>
          <p:nvPr/>
        </p:nvSpPr>
        <p:spPr>
          <a:xfrm>
            <a:off x="8094133" y="3687316"/>
            <a:ext cx="3608340" cy="11906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Risico’s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43C5C359-82A4-108C-2913-0CE3C6A6DED3}"/>
              </a:ext>
            </a:extLst>
          </p:cNvPr>
          <p:cNvSpPr/>
          <p:nvPr/>
        </p:nvSpPr>
        <p:spPr>
          <a:xfrm>
            <a:off x="3112300" y="5014399"/>
            <a:ext cx="2191454" cy="12505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Mensen</a:t>
            </a:r>
          </a:p>
        </p:txBody>
      </p:sp>
    </p:spTree>
    <p:extLst>
      <p:ext uri="{BB962C8B-B14F-4D97-AF65-F5344CB8AC3E}">
        <p14:creationId xmlns:p14="http://schemas.microsoft.com/office/powerpoint/2010/main" val="344407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5DDB8F59-19E1-32BB-B280-593A336D33D2}"/>
              </a:ext>
            </a:extLst>
          </p:cNvPr>
          <p:cNvSpPr/>
          <p:nvPr/>
        </p:nvSpPr>
        <p:spPr>
          <a:xfrm>
            <a:off x="2979068" y="775853"/>
            <a:ext cx="2393649" cy="56249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52B4FE5A-04F7-4A2B-F2D1-155D3C2BCFAE}"/>
              </a:ext>
            </a:extLst>
          </p:cNvPr>
          <p:cNvSpPr/>
          <p:nvPr/>
        </p:nvSpPr>
        <p:spPr>
          <a:xfrm>
            <a:off x="5485186" y="775852"/>
            <a:ext cx="2393649" cy="56249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810D1CC-6F90-409D-B1DF-65B4624D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23" y="189709"/>
            <a:ext cx="11372153" cy="364473"/>
          </a:xfrm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nl-NL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Dashboard van een programmamanager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387D0DF2-5133-1E18-9172-58B7919421D6}"/>
              </a:ext>
            </a:extLst>
          </p:cNvPr>
          <p:cNvSpPr/>
          <p:nvPr/>
        </p:nvSpPr>
        <p:spPr>
          <a:xfrm>
            <a:off x="489527" y="775853"/>
            <a:ext cx="2393649" cy="56249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D498305-AF05-94F3-F9CD-EDA8987072DE}"/>
              </a:ext>
            </a:extLst>
          </p:cNvPr>
          <p:cNvSpPr/>
          <p:nvPr/>
        </p:nvSpPr>
        <p:spPr>
          <a:xfrm>
            <a:off x="7991304" y="775853"/>
            <a:ext cx="3790771" cy="56249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B3807F43-73C6-A4DD-8048-B0EC94C76CA7}"/>
              </a:ext>
            </a:extLst>
          </p:cNvPr>
          <p:cNvSpPr/>
          <p:nvPr/>
        </p:nvSpPr>
        <p:spPr>
          <a:xfrm>
            <a:off x="646544" y="887554"/>
            <a:ext cx="2062789" cy="1260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Doelen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C9FE01EF-A023-9D44-6168-9647C1FD9E55}"/>
              </a:ext>
            </a:extLst>
          </p:cNvPr>
          <p:cNvSpPr/>
          <p:nvPr/>
        </p:nvSpPr>
        <p:spPr>
          <a:xfrm>
            <a:off x="646544" y="2259387"/>
            <a:ext cx="2062789" cy="1260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Baten</a:t>
            </a: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5CA4AE91-DDBC-3824-842D-C9F38D17896E}"/>
              </a:ext>
            </a:extLst>
          </p:cNvPr>
          <p:cNvSpPr/>
          <p:nvPr/>
        </p:nvSpPr>
        <p:spPr>
          <a:xfrm>
            <a:off x="646544" y="3631653"/>
            <a:ext cx="2062789" cy="1260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Vermogens</a:t>
            </a: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218E8296-46A1-0D47-A763-6B3E58523343}"/>
              </a:ext>
            </a:extLst>
          </p:cNvPr>
          <p:cNvSpPr/>
          <p:nvPr/>
        </p:nvSpPr>
        <p:spPr>
          <a:xfrm>
            <a:off x="635546" y="5003919"/>
            <a:ext cx="2073787" cy="1260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Inspanningendossier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99B27A59-A315-58EC-8037-4A90DA9295E9}"/>
              </a:ext>
            </a:extLst>
          </p:cNvPr>
          <p:cNvSpPr/>
          <p:nvPr/>
        </p:nvSpPr>
        <p:spPr>
          <a:xfrm>
            <a:off x="3108583" y="2299123"/>
            <a:ext cx="2195171" cy="12212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>
                <a:latin typeface="Calibri" panose="020F0502020204030204" pitchFamily="34" charset="0"/>
                <a:cs typeface="Calibri" panose="020F0502020204030204" pitchFamily="34" charset="0"/>
              </a:rPr>
              <a:t>Krachten</a:t>
            </a:r>
            <a:endParaRPr lang="nl-NL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4BAED339-568B-BA15-9E78-D21A28A74349}"/>
              </a:ext>
            </a:extLst>
          </p:cNvPr>
          <p:cNvSpPr/>
          <p:nvPr/>
        </p:nvSpPr>
        <p:spPr>
          <a:xfrm>
            <a:off x="3093591" y="887554"/>
            <a:ext cx="2210164" cy="1260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Veranderingen</a:t>
            </a:r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C376CBCA-7D33-F8F5-5F0A-E9F16C336E1E}"/>
              </a:ext>
            </a:extLst>
          </p:cNvPr>
          <p:cNvSpPr/>
          <p:nvPr/>
        </p:nvSpPr>
        <p:spPr>
          <a:xfrm>
            <a:off x="3108584" y="3681387"/>
            <a:ext cx="2195170" cy="12112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Focusmomenten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944C4D6C-8802-99B8-D5E1-D0D4A81265C7}"/>
              </a:ext>
            </a:extLst>
          </p:cNvPr>
          <p:cNvSpPr/>
          <p:nvPr/>
        </p:nvSpPr>
        <p:spPr>
          <a:xfrm>
            <a:off x="5597656" y="4520242"/>
            <a:ext cx="2177193" cy="17446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Persoonlijke metertjes</a:t>
            </a: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B3048DD0-1B7E-BEAA-2881-56B9B0489D47}"/>
              </a:ext>
            </a:extLst>
          </p:cNvPr>
          <p:cNvSpPr/>
          <p:nvPr/>
        </p:nvSpPr>
        <p:spPr>
          <a:xfrm>
            <a:off x="8094133" y="948863"/>
            <a:ext cx="3608340" cy="11095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Planning</a:t>
            </a:r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9E160D96-0392-83D6-FB0E-7C86C4DB8FA3}"/>
              </a:ext>
            </a:extLst>
          </p:cNvPr>
          <p:cNvSpPr/>
          <p:nvPr/>
        </p:nvSpPr>
        <p:spPr>
          <a:xfrm>
            <a:off x="8094133" y="2198921"/>
            <a:ext cx="3591294" cy="13014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Budget</a:t>
            </a:r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EE1D6208-15CC-0722-DF5B-67BABCCFC282}"/>
              </a:ext>
            </a:extLst>
          </p:cNvPr>
          <p:cNvSpPr/>
          <p:nvPr/>
        </p:nvSpPr>
        <p:spPr>
          <a:xfrm>
            <a:off x="5581078" y="912181"/>
            <a:ext cx="2193771" cy="170415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Stuurparameters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7373A717-CB4B-6BA7-DF7B-0181FCE9C9BA}"/>
              </a:ext>
            </a:extLst>
          </p:cNvPr>
          <p:cNvSpPr/>
          <p:nvPr/>
        </p:nvSpPr>
        <p:spPr>
          <a:xfrm>
            <a:off x="8103773" y="4965930"/>
            <a:ext cx="3581654" cy="129898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Issues</a:t>
            </a:r>
          </a:p>
        </p:txBody>
      </p:sp>
      <p:sp>
        <p:nvSpPr>
          <p:cNvPr id="31" name="Rechthoek 30">
            <a:extLst>
              <a:ext uri="{FF2B5EF4-FFF2-40B4-BE49-F238E27FC236}">
                <a16:creationId xmlns:a16="http://schemas.microsoft.com/office/drawing/2014/main" id="{AA31C9F8-7301-403C-6875-AAB199628FE2}"/>
              </a:ext>
            </a:extLst>
          </p:cNvPr>
          <p:cNvSpPr/>
          <p:nvPr/>
        </p:nvSpPr>
        <p:spPr>
          <a:xfrm>
            <a:off x="5597656" y="2752662"/>
            <a:ext cx="2193772" cy="163169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Reviewparameters</a:t>
            </a: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7B0F987C-F104-63AC-B53D-DBBBE6D5062D}"/>
              </a:ext>
            </a:extLst>
          </p:cNvPr>
          <p:cNvSpPr/>
          <p:nvPr/>
        </p:nvSpPr>
        <p:spPr>
          <a:xfrm>
            <a:off x="8094133" y="3687316"/>
            <a:ext cx="3608340" cy="11906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Risico’s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43C5C359-82A4-108C-2913-0CE3C6A6DED3}"/>
              </a:ext>
            </a:extLst>
          </p:cNvPr>
          <p:cNvSpPr/>
          <p:nvPr/>
        </p:nvSpPr>
        <p:spPr>
          <a:xfrm>
            <a:off x="3112300" y="5014399"/>
            <a:ext cx="2191454" cy="12505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NL" sz="1400" b="1" dirty="0">
                <a:latin typeface="Calibri" panose="020F0502020204030204" pitchFamily="34" charset="0"/>
                <a:cs typeface="Calibri" panose="020F0502020204030204" pitchFamily="34" charset="0"/>
              </a:rPr>
              <a:t>Mensen</a:t>
            </a:r>
          </a:p>
        </p:txBody>
      </p:sp>
      <p:graphicFrame>
        <p:nvGraphicFramePr>
          <p:cNvPr id="4" name="Tabel 8">
            <a:extLst>
              <a:ext uri="{FF2B5EF4-FFF2-40B4-BE49-F238E27FC236}">
                <a16:creationId xmlns:a16="http://schemas.microsoft.com/office/drawing/2014/main" id="{8A26CEAE-77A2-B812-7CDC-7E17CC7EFB6E}"/>
              </a:ext>
            </a:extLst>
          </p:cNvPr>
          <p:cNvGraphicFramePr>
            <a:graphicFrameLocks noGrp="1"/>
          </p:cNvGraphicFramePr>
          <p:nvPr/>
        </p:nvGraphicFramePr>
        <p:xfrm>
          <a:off x="753960" y="1200728"/>
          <a:ext cx="1811441" cy="836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75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847982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659384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239139">
                <a:tc>
                  <a:txBody>
                    <a:bodyPr/>
                    <a:lstStyle/>
                    <a:p>
                      <a:r>
                        <a:rPr lang="nl-NL" sz="800" b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Nr</a:t>
                      </a:r>
                      <a:endParaRPr lang="nl-NL" sz="8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Naam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412561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</a:tbl>
          </a:graphicData>
        </a:graphic>
      </p:graphicFrame>
      <p:graphicFrame>
        <p:nvGraphicFramePr>
          <p:cNvPr id="9" name="Tabel 8">
            <a:extLst>
              <a:ext uri="{FF2B5EF4-FFF2-40B4-BE49-F238E27FC236}">
                <a16:creationId xmlns:a16="http://schemas.microsoft.com/office/drawing/2014/main" id="{CE27EC27-BD7D-7288-1ED5-54BF7D0A6967}"/>
              </a:ext>
            </a:extLst>
          </p:cNvPr>
          <p:cNvGraphicFramePr>
            <a:graphicFrameLocks noGrp="1"/>
          </p:cNvGraphicFramePr>
          <p:nvPr/>
        </p:nvGraphicFramePr>
        <p:xfrm>
          <a:off x="745493" y="2572561"/>
          <a:ext cx="1811441" cy="836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75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847982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659384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239139">
                <a:tc>
                  <a:txBody>
                    <a:bodyPr/>
                    <a:lstStyle/>
                    <a:p>
                      <a:r>
                        <a:rPr lang="nl-NL" sz="800" b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Nr</a:t>
                      </a:r>
                      <a:endParaRPr lang="nl-NL" sz="8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Naam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412561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</a:tbl>
          </a:graphicData>
        </a:graphic>
      </p:graphicFrame>
      <p:graphicFrame>
        <p:nvGraphicFramePr>
          <p:cNvPr id="11" name="Tabel 10">
            <a:extLst>
              <a:ext uri="{FF2B5EF4-FFF2-40B4-BE49-F238E27FC236}">
                <a16:creationId xmlns:a16="http://schemas.microsoft.com/office/drawing/2014/main" id="{74825806-0073-5446-BB75-A39331EB4B29}"/>
              </a:ext>
            </a:extLst>
          </p:cNvPr>
          <p:cNvGraphicFramePr>
            <a:graphicFrameLocks noGrp="1"/>
          </p:cNvGraphicFramePr>
          <p:nvPr/>
        </p:nvGraphicFramePr>
        <p:xfrm>
          <a:off x="745493" y="3945260"/>
          <a:ext cx="1811441" cy="836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75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847982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659384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239139">
                <a:tc>
                  <a:txBody>
                    <a:bodyPr/>
                    <a:lstStyle/>
                    <a:p>
                      <a:r>
                        <a:rPr lang="nl-NL" sz="800" b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Nr</a:t>
                      </a:r>
                      <a:endParaRPr lang="nl-NL" sz="8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Naam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412561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</a:tbl>
          </a:graphicData>
        </a:graphic>
      </p:graphicFrame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28626579-8B61-FE7B-2323-5840CB80E3C7}"/>
              </a:ext>
            </a:extLst>
          </p:cNvPr>
          <p:cNvGraphicFramePr>
            <a:graphicFrameLocks noGrp="1"/>
          </p:cNvGraphicFramePr>
          <p:nvPr/>
        </p:nvGraphicFramePr>
        <p:xfrm>
          <a:off x="728559" y="5316860"/>
          <a:ext cx="1811441" cy="836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75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847982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659384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239139">
                <a:tc>
                  <a:txBody>
                    <a:bodyPr/>
                    <a:lstStyle/>
                    <a:p>
                      <a:r>
                        <a:rPr lang="nl-NL" sz="800" b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Nr</a:t>
                      </a:r>
                      <a:endParaRPr lang="nl-NL" sz="8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Naam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412561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19928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</a:tbl>
          </a:graphicData>
        </a:graphic>
      </p:graphicFrame>
      <p:graphicFrame>
        <p:nvGraphicFramePr>
          <p:cNvPr id="15" name="Tabel 8">
            <a:extLst>
              <a:ext uri="{FF2B5EF4-FFF2-40B4-BE49-F238E27FC236}">
                <a16:creationId xmlns:a16="http://schemas.microsoft.com/office/drawing/2014/main" id="{841F5AC2-A1B1-C7EC-B29A-430B2ECCDB63}"/>
              </a:ext>
            </a:extLst>
          </p:cNvPr>
          <p:cNvGraphicFramePr>
            <a:graphicFrameLocks noGrp="1"/>
          </p:cNvGraphicFramePr>
          <p:nvPr/>
        </p:nvGraphicFramePr>
        <p:xfrm>
          <a:off x="3184186" y="1210686"/>
          <a:ext cx="1983225" cy="817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942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425963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402173">
                  <a:extLst>
                    <a:ext uri="{9D8B030D-6E8A-4147-A177-3AD203B41FA5}">
                      <a16:colId xmlns:a16="http://schemas.microsoft.com/office/drawing/2014/main" val="3776810485"/>
                    </a:ext>
                  </a:extLst>
                </a:gridCol>
                <a:gridCol w="509147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345684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Doelgroep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Van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Naar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412561"/>
                  </a:ext>
                </a:extLst>
              </a:tr>
              <a:tr h="157129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157129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157129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</a:tbl>
          </a:graphicData>
        </a:graphic>
      </p:graphicFrame>
      <p:graphicFrame>
        <p:nvGraphicFramePr>
          <p:cNvPr id="16" name="Tabel 8">
            <a:extLst>
              <a:ext uri="{FF2B5EF4-FFF2-40B4-BE49-F238E27FC236}">
                <a16:creationId xmlns:a16="http://schemas.microsoft.com/office/drawing/2014/main" id="{FD5D0EBE-0AB8-0E19-066F-77B8032D4F1F}"/>
              </a:ext>
            </a:extLst>
          </p:cNvPr>
          <p:cNvGraphicFramePr>
            <a:graphicFrameLocks noGrp="1"/>
          </p:cNvGraphicFramePr>
          <p:nvPr/>
        </p:nvGraphicFramePr>
        <p:xfrm>
          <a:off x="3184186" y="2616333"/>
          <a:ext cx="1983225" cy="733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914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773658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543653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171933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Kracht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Trekker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412561"/>
                  </a:ext>
                </a:extLst>
              </a:tr>
              <a:tr h="17193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176364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17193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</a:tbl>
          </a:graphicData>
        </a:graphic>
      </p:graphicFrame>
      <p:graphicFrame>
        <p:nvGraphicFramePr>
          <p:cNvPr id="17" name="Tabel 8">
            <a:extLst>
              <a:ext uri="{FF2B5EF4-FFF2-40B4-BE49-F238E27FC236}">
                <a16:creationId xmlns:a16="http://schemas.microsoft.com/office/drawing/2014/main" id="{0E83F14E-E783-B13D-39D4-CF95960DF1AB}"/>
              </a:ext>
            </a:extLst>
          </p:cNvPr>
          <p:cNvGraphicFramePr>
            <a:graphicFrameLocks noGrp="1"/>
          </p:cNvGraphicFramePr>
          <p:nvPr/>
        </p:nvGraphicFramePr>
        <p:xfrm>
          <a:off x="3213902" y="4019553"/>
          <a:ext cx="1961619" cy="786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659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759824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543136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189453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Moment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Datum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412561"/>
                  </a:ext>
                </a:extLst>
              </a:tr>
              <a:tr h="18945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194336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18945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</a:tbl>
          </a:graphicData>
        </a:graphic>
      </p:graphicFrame>
      <p:graphicFrame>
        <p:nvGraphicFramePr>
          <p:cNvPr id="22" name="Tabel 8">
            <a:extLst>
              <a:ext uri="{FF2B5EF4-FFF2-40B4-BE49-F238E27FC236}">
                <a16:creationId xmlns:a16="http://schemas.microsoft.com/office/drawing/2014/main" id="{667CE3BD-F065-B028-A950-5FD3D46C1758}"/>
              </a:ext>
            </a:extLst>
          </p:cNvPr>
          <p:cNvGraphicFramePr>
            <a:graphicFrameLocks noGrp="1"/>
          </p:cNvGraphicFramePr>
          <p:nvPr/>
        </p:nvGraphicFramePr>
        <p:xfrm>
          <a:off x="3217152" y="5342053"/>
          <a:ext cx="1961619" cy="786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339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595222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831058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189453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Naam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Rol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Vervanger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412561"/>
                  </a:ext>
                </a:extLst>
              </a:tr>
              <a:tr h="18945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194336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189453"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</a:tbl>
          </a:graphicData>
        </a:graphic>
      </p:graphicFrame>
      <p:graphicFrame>
        <p:nvGraphicFramePr>
          <p:cNvPr id="29" name="Tabel 8">
            <a:extLst>
              <a:ext uri="{FF2B5EF4-FFF2-40B4-BE49-F238E27FC236}">
                <a16:creationId xmlns:a16="http://schemas.microsoft.com/office/drawing/2014/main" id="{0EA61522-8C69-3AA8-EC47-8A91021A7EE1}"/>
              </a:ext>
            </a:extLst>
          </p:cNvPr>
          <p:cNvGraphicFramePr>
            <a:graphicFrameLocks noGrp="1"/>
          </p:cNvGraphicFramePr>
          <p:nvPr/>
        </p:nvGraphicFramePr>
        <p:xfrm>
          <a:off x="5700894" y="4926802"/>
          <a:ext cx="1939114" cy="1097371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63808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676890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398416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Samenvattend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&lt;tekst&gt;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225247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Kwaliteit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nl-NL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&lt;tekst&gt;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FFC00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Besluiten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nl-NL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&lt;tekst&gt;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FF000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nl-NL" sz="800" dirty="0">
                        <a:solidFill>
                          <a:srgbClr val="FF0000"/>
                        </a:solidFill>
                        <a:latin typeface="Wingdings" panose="05000000000000000000" pitchFamily="2" charset="2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999195"/>
                  </a:ext>
                </a:extLst>
              </a:tr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nl-NL" sz="800" dirty="0">
                        <a:solidFill>
                          <a:srgbClr val="FF0000"/>
                        </a:solidFill>
                        <a:latin typeface="Wingdings" panose="05000000000000000000" pitchFamily="2" charset="2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807614"/>
                  </a:ext>
                </a:extLst>
              </a:tr>
            </a:tbl>
          </a:graphicData>
        </a:graphic>
      </p:graphicFrame>
      <p:graphicFrame>
        <p:nvGraphicFramePr>
          <p:cNvPr id="33" name="Tabel 8">
            <a:extLst>
              <a:ext uri="{FF2B5EF4-FFF2-40B4-BE49-F238E27FC236}">
                <a16:creationId xmlns:a16="http://schemas.microsoft.com/office/drawing/2014/main" id="{691F6BA9-0D02-0697-5336-9ECDF1180949}"/>
              </a:ext>
            </a:extLst>
          </p:cNvPr>
          <p:cNvGraphicFramePr>
            <a:graphicFrameLocks noGrp="1"/>
          </p:cNvGraphicFramePr>
          <p:nvPr/>
        </p:nvGraphicFramePr>
        <p:xfrm>
          <a:off x="8215062" y="2511918"/>
          <a:ext cx="3359075" cy="784671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502557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521272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414067">
                  <a:extLst>
                    <a:ext uri="{9D8B030D-6E8A-4147-A177-3AD203B41FA5}">
                      <a16:colId xmlns:a16="http://schemas.microsoft.com/office/drawing/2014/main" val="2665027426"/>
                    </a:ext>
                  </a:extLst>
                </a:gridCol>
                <a:gridCol w="508959">
                  <a:extLst>
                    <a:ext uri="{9D8B030D-6E8A-4147-A177-3AD203B41FA5}">
                      <a16:colId xmlns:a16="http://schemas.microsoft.com/office/drawing/2014/main" val="2122578602"/>
                    </a:ext>
                  </a:extLst>
                </a:gridCol>
                <a:gridCol w="483079">
                  <a:extLst>
                    <a:ext uri="{9D8B030D-6E8A-4147-A177-3AD203B41FA5}">
                      <a16:colId xmlns:a16="http://schemas.microsoft.com/office/drawing/2014/main" val="330832227"/>
                    </a:ext>
                  </a:extLst>
                </a:gridCol>
                <a:gridCol w="475255">
                  <a:extLst>
                    <a:ext uri="{9D8B030D-6E8A-4147-A177-3AD203B41FA5}">
                      <a16:colId xmlns:a16="http://schemas.microsoft.com/office/drawing/2014/main" val="1306308628"/>
                    </a:ext>
                  </a:extLst>
                </a:gridCol>
                <a:gridCol w="453886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221837">
                <a:tc>
                  <a:txBody>
                    <a:bodyPr/>
                    <a:lstStyle/>
                    <a:p>
                      <a:r>
                        <a:rPr lang="nl-NL" sz="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Oorspr</a:t>
                      </a:r>
                      <a:r>
                        <a:rPr lang="nl-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Budget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Mut</a:t>
                      </a:r>
                      <a:r>
                        <a:rPr lang="nl-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Act. budget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Real.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Progn</a:t>
                      </a:r>
                      <a:r>
                        <a:rPr lang="nl-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Saldo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227554">
                <a:tc>
                  <a:txBody>
                    <a:bodyPr/>
                    <a:lstStyle/>
                    <a:p>
                      <a:r>
                        <a:rPr lang="nl-NL" sz="4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221837">
                <a:tc>
                  <a:txBody>
                    <a:bodyPr/>
                    <a:lstStyle/>
                    <a:p>
                      <a:r>
                        <a:rPr lang="nl-NL" sz="4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</a:tbl>
          </a:graphicData>
        </a:graphic>
      </p:graphicFrame>
      <p:graphicFrame>
        <p:nvGraphicFramePr>
          <p:cNvPr id="35" name="Tabel 8">
            <a:extLst>
              <a:ext uri="{FF2B5EF4-FFF2-40B4-BE49-F238E27FC236}">
                <a16:creationId xmlns:a16="http://schemas.microsoft.com/office/drawing/2014/main" id="{F5220724-E745-B92A-7CFE-BFF05F3F7F6A}"/>
              </a:ext>
            </a:extLst>
          </p:cNvPr>
          <p:cNvGraphicFramePr>
            <a:graphicFrameLocks noGrp="1"/>
          </p:cNvGraphicFramePr>
          <p:nvPr/>
        </p:nvGraphicFramePr>
        <p:xfrm>
          <a:off x="8227174" y="1228716"/>
          <a:ext cx="3330394" cy="71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56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691012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721490">
                  <a:extLst>
                    <a:ext uri="{9D8B030D-6E8A-4147-A177-3AD203B41FA5}">
                      <a16:colId xmlns:a16="http://schemas.microsoft.com/office/drawing/2014/main" val="3540787836"/>
                    </a:ext>
                  </a:extLst>
                </a:gridCol>
                <a:gridCol w="803441">
                  <a:extLst>
                    <a:ext uri="{9D8B030D-6E8A-4147-A177-3AD203B41FA5}">
                      <a16:colId xmlns:a16="http://schemas.microsoft.com/office/drawing/2014/main" val="1124754775"/>
                    </a:ext>
                  </a:extLst>
                </a:gridCol>
                <a:gridCol w="660895">
                  <a:extLst>
                    <a:ext uri="{9D8B030D-6E8A-4147-A177-3AD203B41FA5}">
                      <a16:colId xmlns:a16="http://schemas.microsoft.com/office/drawing/2014/main" val="495788271"/>
                    </a:ext>
                  </a:extLst>
                </a:gridCol>
              </a:tblGrid>
              <a:tr h="171577">
                <a:tc>
                  <a:txBody>
                    <a:bodyPr/>
                    <a:lstStyle/>
                    <a:p>
                      <a:endParaRPr lang="nl-NL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412561"/>
                  </a:ext>
                </a:extLst>
              </a:tr>
              <a:tr h="137303">
                <a:tc>
                  <a:txBody>
                    <a:bodyPr/>
                    <a:lstStyle/>
                    <a:p>
                      <a:r>
                        <a:rPr lang="nl-NL" sz="4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137303">
                <a:tc>
                  <a:txBody>
                    <a:bodyPr/>
                    <a:lstStyle/>
                    <a:p>
                      <a:r>
                        <a:rPr lang="nl-NL" sz="4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688288"/>
                  </a:ext>
                </a:extLst>
              </a:tr>
              <a:tr h="137303">
                <a:tc>
                  <a:txBody>
                    <a:bodyPr/>
                    <a:lstStyle/>
                    <a:p>
                      <a:r>
                        <a:rPr lang="nl-NL" sz="4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668919"/>
                  </a:ext>
                </a:extLst>
              </a:tr>
            </a:tbl>
          </a:graphicData>
        </a:graphic>
      </p:graphicFrame>
      <p:sp>
        <p:nvSpPr>
          <p:cNvPr id="36" name="Rechthoek 35">
            <a:extLst>
              <a:ext uri="{FF2B5EF4-FFF2-40B4-BE49-F238E27FC236}">
                <a16:creationId xmlns:a16="http://schemas.microsoft.com/office/drawing/2014/main" id="{318F7C99-F230-534B-E5D2-0EBAE8751EE7}"/>
              </a:ext>
            </a:extLst>
          </p:cNvPr>
          <p:cNvSpPr/>
          <p:nvPr/>
        </p:nvSpPr>
        <p:spPr>
          <a:xfrm>
            <a:off x="9212932" y="1541137"/>
            <a:ext cx="1373625" cy="4571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Rechthoek 36">
            <a:extLst>
              <a:ext uri="{FF2B5EF4-FFF2-40B4-BE49-F238E27FC236}">
                <a16:creationId xmlns:a16="http://schemas.microsoft.com/office/drawing/2014/main" id="{57BADFDB-EB8A-ABD1-AED7-94CDC45C7F62}"/>
              </a:ext>
            </a:extLst>
          </p:cNvPr>
          <p:cNvSpPr/>
          <p:nvPr/>
        </p:nvSpPr>
        <p:spPr>
          <a:xfrm>
            <a:off x="9761439" y="1681623"/>
            <a:ext cx="1373625" cy="4571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Rechthoek 37">
            <a:extLst>
              <a:ext uri="{FF2B5EF4-FFF2-40B4-BE49-F238E27FC236}">
                <a16:creationId xmlns:a16="http://schemas.microsoft.com/office/drawing/2014/main" id="{BE9EDD4E-03D4-642A-10A5-AC1137936C39}"/>
              </a:ext>
            </a:extLst>
          </p:cNvPr>
          <p:cNvSpPr/>
          <p:nvPr/>
        </p:nvSpPr>
        <p:spPr>
          <a:xfrm>
            <a:off x="8916757" y="1826790"/>
            <a:ext cx="969932" cy="4571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09F27432-682C-0A33-E0C2-8D7FE819A88F}"/>
              </a:ext>
            </a:extLst>
          </p:cNvPr>
          <p:cNvSpPr/>
          <p:nvPr/>
        </p:nvSpPr>
        <p:spPr>
          <a:xfrm>
            <a:off x="10491272" y="1846889"/>
            <a:ext cx="969932" cy="4571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40" name="Tabel 8">
            <a:extLst>
              <a:ext uri="{FF2B5EF4-FFF2-40B4-BE49-F238E27FC236}">
                <a16:creationId xmlns:a16="http://schemas.microsoft.com/office/drawing/2014/main" id="{5E5E84F2-3E67-5739-7E40-53E85B10CD33}"/>
              </a:ext>
            </a:extLst>
          </p:cNvPr>
          <p:cNvGraphicFramePr>
            <a:graphicFrameLocks noGrp="1"/>
          </p:cNvGraphicFramePr>
          <p:nvPr/>
        </p:nvGraphicFramePr>
        <p:xfrm>
          <a:off x="8215062" y="5321617"/>
          <a:ext cx="3341392" cy="658195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21950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1532910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686532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sz="800" b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Issue</a:t>
                      </a:r>
                      <a:endParaRPr lang="nl-NL" sz="8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&lt;tekst&gt;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225247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Issue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nl-NL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&lt;tekst&gt;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FFC00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Issue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nl-NL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&lt;tekst&gt;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FF000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</a:tbl>
          </a:graphicData>
        </a:graphic>
      </p:graphicFrame>
      <p:graphicFrame>
        <p:nvGraphicFramePr>
          <p:cNvPr id="41" name="Tabel 8">
            <a:extLst>
              <a:ext uri="{FF2B5EF4-FFF2-40B4-BE49-F238E27FC236}">
                <a16:creationId xmlns:a16="http://schemas.microsoft.com/office/drawing/2014/main" id="{89D2DEE5-0B9B-3C3C-FD73-4026B4BA0CDC}"/>
              </a:ext>
            </a:extLst>
          </p:cNvPr>
          <p:cNvGraphicFramePr>
            <a:graphicFrameLocks noGrp="1"/>
          </p:cNvGraphicFramePr>
          <p:nvPr/>
        </p:nvGraphicFramePr>
        <p:xfrm>
          <a:off x="8215062" y="4019553"/>
          <a:ext cx="3341392" cy="658195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21950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1532910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686532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Risico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&lt;tekst&gt;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225247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Risico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nl-NL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&lt;tekst&gt;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FFC00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Risico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nl-NL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&lt;tekst&gt;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FF000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</a:tbl>
          </a:graphicData>
        </a:graphic>
      </p:graphicFrame>
      <p:graphicFrame>
        <p:nvGraphicFramePr>
          <p:cNvPr id="42" name="Tabel 8">
            <a:extLst>
              <a:ext uri="{FF2B5EF4-FFF2-40B4-BE49-F238E27FC236}">
                <a16:creationId xmlns:a16="http://schemas.microsoft.com/office/drawing/2014/main" id="{1201CA89-674A-CEB2-0C38-BEBBCDE2B460}"/>
              </a:ext>
            </a:extLst>
          </p:cNvPr>
          <p:cNvGraphicFramePr>
            <a:graphicFrameLocks noGrp="1"/>
          </p:cNvGraphicFramePr>
          <p:nvPr/>
        </p:nvGraphicFramePr>
        <p:xfrm>
          <a:off x="5700894" y="3129587"/>
          <a:ext cx="1942111" cy="110359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74710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668369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399032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Zingeving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&lt;tekst&gt;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225247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Eigenaarschap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&lt;tekst&gt;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Aanpak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&lt;tekst&gt;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Team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8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31326"/>
                  </a:ext>
                </a:extLst>
              </a:tr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Sturing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8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471430"/>
                  </a:ext>
                </a:extLst>
              </a:tr>
            </a:tbl>
          </a:graphicData>
        </a:graphic>
      </p:graphicFrame>
      <p:graphicFrame>
        <p:nvGraphicFramePr>
          <p:cNvPr id="43" name="Tabel 8">
            <a:extLst>
              <a:ext uri="{FF2B5EF4-FFF2-40B4-BE49-F238E27FC236}">
                <a16:creationId xmlns:a16="http://schemas.microsoft.com/office/drawing/2014/main" id="{ADC795D3-6410-1C88-0502-1350BF9658D3}"/>
              </a:ext>
            </a:extLst>
          </p:cNvPr>
          <p:cNvGraphicFramePr>
            <a:graphicFrameLocks noGrp="1"/>
          </p:cNvGraphicFramePr>
          <p:nvPr/>
        </p:nvGraphicFramePr>
        <p:xfrm>
          <a:off x="5700894" y="1285726"/>
          <a:ext cx="1970735" cy="110359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98314">
                  <a:extLst>
                    <a:ext uri="{9D8B030D-6E8A-4147-A177-3AD203B41FA5}">
                      <a16:colId xmlns:a16="http://schemas.microsoft.com/office/drawing/2014/main" val="2472516137"/>
                    </a:ext>
                  </a:extLst>
                </a:gridCol>
                <a:gridCol w="667508">
                  <a:extLst>
                    <a:ext uri="{9D8B030D-6E8A-4147-A177-3AD203B41FA5}">
                      <a16:colId xmlns:a16="http://schemas.microsoft.com/office/drawing/2014/main" val="3036972223"/>
                    </a:ext>
                  </a:extLst>
                </a:gridCol>
                <a:gridCol w="404913">
                  <a:extLst>
                    <a:ext uri="{9D8B030D-6E8A-4147-A177-3AD203B41FA5}">
                      <a16:colId xmlns:a16="http://schemas.microsoft.com/office/drawing/2014/main" val="1591485351"/>
                    </a:ext>
                  </a:extLst>
                </a:gridCol>
              </a:tblGrid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Doeltreffendheid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&lt;tekst&gt;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4513"/>
                  </a:ext>
                </a:extLst>
              </a:tr>
              <a:tr h="225247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Tempo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&lt;tekst&gt;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48231"/>
                  </a:ext>
                </a:extLst>
              </a:tr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Haalbaarheid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&lt;tekst&gt;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47878"/>
                  </a:ext>
                </a:extLst>
              </a:tr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Wendbaarheid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8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31326"/>
                  </a:ext>
                </a:extLst>
              </a:tr>
              <a:tr h="219588">
                <a:tc>
                  <a:txBody>
                    <a:bodyPr/>
                    <a:lstStyle/>
                    <a:p>
                      <a:r>
                        <a:rPr lang="nl-NL" sz="8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Efficiëntie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sz="8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dirty="0">
                          <a:solidFill>
                            <a:srgbClr val="92D050"/>
                          </a:solidFill>
                          <a:latin typeface="Wingdings" panose="05000000000000000000" pitchFamily="2" charset="2"/>
                          <a:cs typeface="Calibri" panose="020F0502020204030204" pitchFamily="34" charset="0"/>
                        </a:rPr>
                        <a:t>W</a:t>
                      </a:r>
                      <a:endParaRPr lang="nl-NL" sz="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471430"/>
                  </a:ext>
                </a:extLst>
              </a:tr>
            </a:tbl>
          </a:graphicData>
        </a:graphic>
      </p:graphicFrame>
      <p:sp>
        <p:nvSpPr>
          <p:cNvPr id="10" name="Tijdelijke aanduiding voor dianummer 1">
            <a:extLst>
              <a:ext uri="{FF2B5EF4-FFF2-40B4-BE49-F238E27FC236}">
                <a16:creationId xmlns:a16="http://schemas.microsoft.com/office/drawing/2014/main" id="{912C944B-21CA-C182-D658-33DA0B56FA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225787" y="6488780"/>
            <a:ext cx="1651268" cy="297115"/>
          </a:xfr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A3D475-6303-4585-908E-CB3787FD4E56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2C2C2D"/>
                </a:solidFill>
                <a:effectLst/>
                <a:uLnTx/>
                <a:uFillTx/>
                <a:latin typeface="Tahoma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nl-NL" sz="800" b="0" i="0" u="none" strike="noStrike" kern="1200" cap="none" spc="0" normalizeH="0" baseline="0" noProof="0" dirty="0">
                <a:ln>
                  <a:noFill/>
                </a:ln>
                <a:solidFill>
                  <a:srgbClr val="2C2C2D"/>
                </a:solidFill>
                <a:effectLst/>
                <a:uLnTx/>
                <a:uFillTx/>
                <a:latin typeface="Tahoma"/>
                <a:ea typeface="Tahoma" panose="020B0604030504040204" pitchFamily="34" charset="0"/>
                <a:cs typeface="Tahoma" panose="020B0604030504040204" pitchFamily="34" charset="0"/>
              </a:rPr>
              <a:t>7 mei 2024</a:t>
            </a:r>
          </a:p>
        </p:txBody>
      </p:sp>
    </p:spTree>
    <p:extLst>
      <p:ext uri="{BB962C8B-B14F-4D97-AF65-F5344CB8AC3E}">
        <p14:creationId xmlns:p14="http://schemas.microsoft.com/office/powerpoint/2010/main" val="1946882088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MG Colors">
      <a:dk1>
        <a:srgbClr val="2C2C2D"/>
      </a:dk1>
      <a:lt1>
        <a:srgbClr val="FFFFFF"/>
      </a:lt1>
      <a:dk2>
        <a:srgbClr val="2C2C2D"/>
      </a:dk2>
      <a:lt2>
        <a:srgbClr val="DCDEE0"/>
      </a:lt2>
      <a:accent1>
        <a:srgbClr val="DE6A10"/>
      </a:accent1>
      <a:accent2>
        <a:srgbClr val="2377A3"/>
      </a:accent2>
      <a:accent3>
        <a:srgbClr val="70AD47"/>
      </a:accent3>
      <a:accent4>
        <a:srgbClr val="954F72"/>
      </a:accent4>
      <a:accent5>
        <a:srgbClr val="58585A"/>
      </a:accent5>
      <a:accent6>
        <a:srgbClr val="FFC611"/>
      </a:accent6>
      <a:hlink>
        <a:srgbClr val="0D3F93"/>
      </a:hlink>
      <a:folHlink>
        <a:srgbClr val="954F72"/>
      </a:folHlink>
    </a:clrScheme>
    <a:fontScheme name="AMG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ubtiel effen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buClr>
            <a:schemeClr val="accent1"/>
          </a:buClr>
          <a:defRPr sz="14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MG Template" id="{C655C209-2B35-4AC4-B604-CBDA37CAD591}" vid="{F832F08A-041E-4B3D-9ACF-7D5A84C25513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175</Words>
  <Application>Microsoft Office PowerPoint</Application>
  <PresentationFormat>Breedbeeld</PresentationFormat>
  <Paragraphs>126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9" baseType="lpstr">
      <vt:lpstr>Arial</vt:lpstr>
      <vt:lpstr>Calibri</vt:lpstr>
      <vt:lpstr>HelveticaNeueLT Com 45 Lt</vt:lpstr>
      <vt:lpstr>Radley</vt:lpstr>
      <vt:lpstr>Tahoma</vt:lpstr>
      <vt:lpstr>Wingdings</vt:lpstr>
      <vt:lpstr>Standard</vt:lpstr>
      <vt:lpstr>Dashboard van een programmamanager</vt:lpstr>
      <vt:lpstr>Dashboard van een programmamanager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Werken aan Programma’s</dc:title>
  <dc:creator>Björn Prevaas</dc:creator>
  <cp:lastModifiedBy>Niels van Loon</cp:lastModifiedBy>
  <cp:revision>21</cp:revision>
  <cp:lastPrinted>2023-07-05T09:17:34Z</cp:lastPrinted>
  <dcterms:created xsi:type="dcterms:W3CDTF">2020-10-22T06:54:18Z</dcterms:created>
  <dcterms:modified xsi:type="dcterms:W3CDTF">2024-05-17T14:50:50Z</dcterms:modified>
</cp:coreProperties>
</file>