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94668"/>
  </p:normalViewPr>
  <p:slideViewPr>
    <p:cSldViewPr>
      <p:cViewPr varScale="1">
        <p:scale>
          <a:sx n="127" d="100"/>
          <a:sy n="127" d="100"/>
        </p:scale>
        <p:origin x="19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BB94A-2688-42AD-80F9-F4DDFF863AB5}" type="datetimeFigureOut">
              <a:rPr lang="nl-NL" smtClean="0"/>
              <a:t>12-03-18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A8B67-0BA5-41FA-A809-62E50503C4E4}" type="slidenum">
              <a:rPr lang="nl-NL" smtClean="0"/>
              <a:t>‹nr.›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Afbeelding 38">
            <a:extLst>
              <a:ext uri="{FF2B5EF4-FFF2-40B4-BE49-F238E27FC236}">
                <a16:creationId xmlns:a16="http://schemas.microsoft.com/office/drawing/2014/main" id="{BBA94FD5-FA03-0744-A78E-DE6EE686C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4275"/>
            <a:ext cx="8928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21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464A1-5EDD-6648-83C1-265521AF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E556DB-ECC9-CD4B-9BCE-2F6E0D71D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FB23C9D-DC5B-6248-8536-46FDF46A7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6" y="0"/>
            <a:ext cx="8966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33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0</Words>
  <Application>Microsoft Macintosh PowerPoint</Application>
  <PresentationFormat>Diavoorstelling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bps</dc:creator>
  <cp:lastModifiedBy>Björn Prevaas</cp:lastModifiedBy>
  <cp:revision>9</cp:revision>
  <dcterms:created xsi:type="dcterms:W3CDTF">2016-02-08T07:02:27Z</dcterms:created>
  <dcterms:modified xsi:type="dcterms:W3CDTF">2018-03-12T18:42:20Z</dcterms:modified>
</cp:coreProperties>
</file>